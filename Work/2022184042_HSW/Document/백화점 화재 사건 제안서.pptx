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258" r:id="rId2"/>
    <p:sldId id="256" r:id="rId3"/>
    <p:sldId id="260" r:id="rId4"/>
    <p:sldId id="267" r:id="rId5"/>
    <p:sldId id="270" r:id="rId6"/>
    <p:sldId id="269" r:id="rId7"/>
    <p:sldId id="261" r:id="rId8"/>
    <p:sldId id="266" r:id="rId9"/>
    <p:sldId id="264" r:id="rId10"/>
    <p:sldId id="263" r:id="rId11"/>
    <p:sldId id="276" r:id="rId12"/>
    <p:sldId id="278" r:id="rId13"/>
    <p:sldId id="285" r:id="rId14"/>
    <p:sldId id="265" r:id="rId15"/>
    <p:sldId id="275" r:id="rId16"/>
    <p:sldId id="277" r:id="rId17"/>
    <p:sldId id="272" r:id="rId18"/>
    <p:sldId id="286" r:id="rId19"/>
    <p:sldId id="271" r:id="rId20"/>
    <p:sldId id="279" r:id="rId21"/>
    <p:sldId id="280" r:id="rId22"/>
    <p:sldId id="284" r:id="rId23"/>
    <p:sldId id="282" r:id="rId24"/>
    <p:sldId id="281" r:id="rId2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2C2C"/>
    <a:srgbClr val="000000"/>
    <a:srgbClr val="FFFF99"/>
    <a:srgbClr val="ECF0F3"/>
    <a:srgbClr val="156082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25" autoAdjust="0"/>
    <p:restoredTop sz="94660"/>
  </p:normalViewPr>
  <p:slideViewPr>
    <p:cSldViewPr snapToGrid="0">
      <p:cViewPr varScale="1">
        <p:scale>
          <a:sx n="146" d="100"/>
          <a:sy n="146" d="100"/>
        </p:scale>
        <p:origin x="101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4" d="100"/>
          <a:sy n="64" d="100"/>
        </p:scale>
        <p:origin x="3192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승우 홍" userId="c8139e8cfb087bbb" providerId="LiveId" clId="{11CC2239-993E-4E20-B205-55264FEB5C9C}"/>
    <pc:docChg chg="undo custSel modSld modMainMaster">
      <pc:chgData name="승우 홍" userId="c8139e8cfb087bbb" providerId="LiveId" clId="{11CC2239-993E-4E20-B205-55264FEB5C9C}" dt="2026-09-08T11:30:16.079" v="29" actId="12788"/>
      <pc:docMkLst>
        <pc:docMk/>
      </pc:docMkLst>
      <pc:sldChg chg="addSp delSp modSp mod">
        <pc:chgData name="승우 홍" userId="c8139e8cfb087bbb" providerId="LiveId" clId="{11CC2239-993E-4E20-B205-55264FEB5C9C}" dt="2026-09-08T11:30:16.079" v="29" actId="12788"/>
        <pc:sldMkLst>
          <pc:docMk/>
          <pc:sldMk cId="1051871468" sldId="275"/>
        </pc:sldMkLst>
        <pc:spChg chg="mod">
          <ac:chgData name="승우 홍" userId="c8139e8cfb087bbb" providerId="LiveId" clId="{11CC2239-993E-4E20-B205-55264FEB5C9C}" dt="2026-09-07T13:21:47.188" v="4" actId="1076"/>
          <ac:spMkLst>
            <pc:docMk/>
            <pc:sldMk cId="1051871468" sldId="275"/>
            <ac:spMk id="3" creationId="{1080591E-8421-DEDD-F294-5CF223C04346}"/>
          </ac:spMkLst>
        </pc:spChg>
        <pc:spChg chg="mod">
          <ac:chgData name="승우 홍" userId="c8139e8cfb087bbb" providerId="LiveId" clId="{11CC2239-993E-4E20-B205-55264FEB5C9C}" dt="2026-09-08T11:30:11.313" v="27" actId="12788"/>
          <ac:spMkLst>
            <pc:docMk/>
            <pc:sldMk cId="1051871468" sldId="275"/>
            <ac:spMk id="5" creationId="{8080475D-6776-214C-C89A-C4BFC46B28EA}"/>
          </ac:spMkLst>
        </pc:spChg>
        <pc:spChg chg="mod">
          <ac:chgData name="승우 홍" userId="c8139e8cfb087bbb" providerId="LiveId" clId="{11CC2239-993E-4E20-B205-55264FEB5C9C}" dt="2026-09-07T13:21:47.188" v="4" actId="1076"/>
          <ac:spMkLst>
            <pc:docMk/>
            <pc:sldMk cId="1051871468" sldId="275"/>
            <ac:spMk id="8" creationId="{8E9C787F-CAD3-9AA0-6C60-2C5F26E70667}"/>
          </ac:spMkLst>
        </pc:spChg>
        <pc:spChg chg="mod">
          <ac:chgData name="승우 홍" userId="c8139e8cfb087bbb" providerId="LiveId" clId="{11CC2239-993E-4E20-B205-55264FEB5C9C}" dt="2026-09-08T11:30:16.079" v="29" actId="12788"/>
          <ac:spMkLst>
            <pc:docMk/>
            <pc:sldMk cId="1051871468" sldId="275"/>
            <ac:spMk id="10" creationId="{5C34026F-0526-F8A4-D72D-C2ABE80C39A2}"/>
          </ac:spMkLst>
        </pc:spChg>
        <pc:spChg chg="mod">
          <ac:chgData name="승우 홍" userId="c8139e8cfb087bbb" providerId="LiveId" clId="{11CC2239-993E-4E20-B205-55264FEB5C9C}" dt="2026-09-07T13:21:47.188" v="4" actId="1076"/>
          <ac:spMkLst>
            <pc:docMk/>
            <pc:sldMk cId="1051871468" sldId="275"/>
            <ac:spMk id="13" creationId="{DACD2D65-C286-CBBD-89F2-E1FC7F591C68}"/>
          </ac:spMkLst>
        </pc:spChg>
        <pc:spChg chg="mod">
          <ac:chgData name="승우 홍" userId="c8139e8cfb087bbb" providerId="LiveId" clId="{11CC2239-993E-4E20-B205-55264FEB5C9C}" dt="2026-09-07T13:21:47.188" v="4" actId="1076"/>
          <ac:spMkLst>
            <pc:docMk/>
            <pc:sldMk cId="1051871468" sldId="275"/>
            <ac:spMk id="36" creationId="{535AB399-6F33-6318-B496-D8AC5F88E169}"/>
          </ac:spMkLst>
        </pc:spChg>
        <pc:spChg chg="mod">
          <ac:chgData name="승우 홍" userId="c8139e8cfb087bbb" providerId="LiveId" clId="{11CC2239-993E-4E20-B205-55264FEB5C9C}" dt="2026-09-07T13:21:47.188" v="4" actId="1076"/>
          <ac:spMkLst>
            <pc:docMk/>
            <pc:sldMk cId="1051871468" sldId="275"/>
            <ac:spMk id="138" creationId="{5B5AE8F8-46A4-193C-C311-65A05AFBEC0F}"/>
          </ac:spMkLst>
        </pc:spChg>
        <pc:spChg chg="mod">
          <ac:chgData name="승우 홍" userId="c8139e8cfb087bbb" providerId="LiveId" clId="{11CC2239-993E-4E20-B205-55264FEB5C9C}" dt="2026-09-07T13:21:47.188" v="4" actId="1076"/>
          <ac:spMkLst>
            <pc:docMk/>
            <pc:sldMk cId="1051871468" sldId="275"/>
            <ac:spMk id="155" creationId="{6E240A71-29EB-4E7E-71B1-FBD0BD74F867}"/>
          </ac:spMkLst>
        </pc:spChg>
        <pc:grpChg chg="mod">
          <ac:chgData name="승우 홍" userId="c8139e8cfb087bbb" providerId="LiveId" clId="{11CC2239-993E-4E20-B205-55264FEB5C9C}" dt="2026-09-07T13:21:39.442" v="3" actId="1076"/>
          <ac:grpSpMkLst>
            <pc:docMk/>
            <pc:sldMk cId="1051871468" sldId="275"/>
            <ac:grpSpMk id="11" creationId="{B8AE810F-2BA2-82B1-3D53-90CFE4E4E002}"/>
          </ac:grpSpMkLst>
        </pc:grpChg>
        <pc:grpChg chg="mod">
          <ac:chgData name="승우 홍" userId="c8139e8cfb087bbb" providerId="LiveId" clId="{11CC2239-993E-4E20-B205-55264FEB5C9C}" dt="2026-09-08T11:30:16.079" v="29" actId="12788"/>
          <ac:grpSpMkLst>
            <pc:docMk/>
            <pc:sldMk cId="1051871468" sldId="275"/>
            <ac:grpSpMk id="65" creationId="{8A55DBB8-C121-081A-1BEF-7BCDB8EB3CFB}"/>
          </ac:grpSpMkLst>
        </pc:grpChg>
        <pc:graphicFrameChg chg="add del mod modGraphic">
          <ac:chgData name="승우 홍" userId="c8139e8cfb087bbb" providerId="LiveId" clId="{11CC2239-993E-4E20-B205-55264FEB5C9C}" dt="2026-09-07T13:22:33.269" v="16" actId="478"/>
          <ac:graphicFrameMkLst>
            <pc:docMk/>
            <pc:sldMk cId="1051871468" sldId="275"/>
            <ac:graphicFrameMk id="4" creationId="{46942417-07E8-D09B-34E3-C54C3E27EA65}"/>
          </ac:graphicFrameMkLst>
        </pc:graphicFrameChg>
        <pc:picChg chg="mod">
          <ac:chgData name="승우 홍" userId="c8139e8cfb087bbb" providerId="LiveId" clId="{11CC2239-993E-4E20-B205-55264FEB5C9C}" dt="2026-09-07T13:21:47.188" v="4" actId="1076"/>
          <ac:picMkLst>
            <pc:docMk/>
            <pc:sldMk cId="1051871468" sldId="275"/>
            <ac:picMk id="146" creationId="{B014F5B0-32B0-4681-5E59-72B032F3A98C}"/>
          </ac:picMkLst>
        </pc:picChg>
        <pc:picChg chg="mod">
          <ac:chgData name="승우 홍" userId="c8139e8cfb087bbb" providerId="LiveId" clId="{11CC2239-993E-4E20-B205-55264FEB5C9C}" dt="2026-09-07T13:21:47.188" v="4" actId="1076"/>
          <ac:picMkLst>
            <pc:docMk/>
            <pc:sldMk cId="1051871468" sldId="275"/>
            <ac:picMk id="148" creationId="{46DF863B-02BC-4675-B325-3B23DF3933D9}"/>
          </ac:picMkLst>
        </pc:picChg>
        <pc:cxnChg chg="add del">
          <ac:chgData name="승우 홍" userId="c8139e8cfb087bbb" providerId="LiveId" clId="{11CC2239-993E-4E20-B205-55264FEB5C9C}" dt="2026-09-07T13:22:25.110" v="14" actId="478"/>
          <ac:cxnSpMkLst>
            <pc:docMk/>
            <pc:sldMk cId="1051871468" sldId="275"/>
            <ac:cxnSpMk id="9" creationId="{4998E2DD-99BA-B8CF-BFA7-46DC31629FCB}"/>
          </ac:cxnSpMkLst>
        </pc:cxnChg>
        <pc:cxnChg chg="add del mod">
          <ac:chgData name="승우 홍" userId="c8139e8cfb087bbb" providerId="LiveId" clId="{11CC2239-993E-4E20-B205-55264FEB5C9C}" dt="2026-09-07T13:22:24.367" v="13" actId="478"/>
          <ac:cxnSpMkLst>
            <pc:docMk/>
            <pc:sldMk cId="1051871468" sldId="275"/>
            <ac:cxnSpMk id="17" creationId="{D720992C-A2A9-7B41-D8D0-D17759E7C94A}"/>
          </ac:cxnSpMkLst>
        </pc:cxnChg>
        <pc:cxnChg chg="mod">
          <ac:chgData name="승우 홍" userId="c8139e8cfb087bbb" providerId="LiveId" clId="{11CC2239-993E-4E20-B205-55264FEB5C9C}" dt="2026-09-07T13:21:51.258" v="6" actId="1076"/>
          <ac:cxnSpMkLst>
            <pc:docMk/>
            <pc:sldMk cId="1051871468" sldId="275"/>
            <ac:cxnSpMk id="52" creationId="{226F49EA-C529-31FE-9B4D-CAF7E212841E}"/>
          </ac:cxnSpMkLst>
        </pc:cxnChg>
      </pc:sldChg>
      <pc:sldChg chg="modSp mod">
        <pc:chgData name="승우 홍" userId="c8139e8cfb087bbb" providerId="LiveId" clId="{11CC2239-993E-4E20-B205-55264FEB5C9C}" dt="2026-09-02T06:07:54.367" v="2" actId="1076"/>
        <pc:sldMkLst>
          <pc:docMk/>
          <pc:sldMk cId="1992220100" sldId="285"/>
        </pc:sldMkLst>
        <pc:spChg chg="mod">
          <ac:chgData name="승우 홍" userId="c8139e8cfb087bbb" providerId="LiveId" clId="{11CC2239-993E-4E20-B205-55264FEB5C9C}" dt="2026-09-02T06:07:54.367" v="2" actId="1076"/>
          <ac:spMkLst>
            <pc:docMk/>
            <pc:sldMk cId="1992220100" sldId="285"/>
            <ac:spMk id="18" creationId="{937FA738-5447-6BA6-5C79-1331B929F923}"/>
          </ac:spMkLst>
        </pc:spChg>
      </pc:sldChg>
      <pc:sldMasterChg chg="modSp mod">
        <pc:chgData name="승우 홍" userId="c8139e8cfb087bbb" providerId="LiveId" clId="{11CC2239-993E-4E20-B205-55264FEB5C9C}" dt="2026-09-08T11:28:57.755" v="26" actId="20577"/>
        <pc:sldMasterMkLst>
          <pc:docMk/>
          <pc:sldMasterMk cId="92717771" sldId="2147483648"/>
        </pc:sldMasterMkLst>
        <pc:spChg chg="mod">
          <ac:chgData name="승우 홍" userId="c8139e8cfb087bbb" providerId="LiveId" clId="{11CC2239-993E-4E20-B205-55264FEB5C9C}" dt="2026-09-08T11:28:57.755" v="26" actId="20577"/>
          <ac:spMkLst>
            <pc:docMk/>
            <pc:sldMasterMk cId="92717771" sldId="2147483648"/>
            <ac:spMk id="26" creationId="{2E97BA3B-D719-CF08-DA19-1B2F1A07E113}"/>
          </ac:spMkLst>
        </pc:sp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6522F678-90B6-C815-EF4B-D4F933B8894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D18D829-98D4-4A4F-8264-54B3508313F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29DDAD-B4AC-4F74-9B1A-BCAF5E388D65}" type="datetimeFigureOut">
              <a:rPr lang="ko-KR" altLang="en-US" smtClean="0"/>
              <a:t>2026-09-26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E9E0304-D684-EAB7-C7ED-229CF4E5F0D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2E2AFD5-674B-48E2-2A9A-61D7228FE74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1AA5FC-3A9F-44FB-854D-A4E421A252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1711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FE0477-CF7A-4470-A6EB-4B0392BF5B67}" type="datetimeFigureOut">
              <a:rPr lang="ko-KR" altLang="en-US" smtClean="0"/>
              <a:t>2026-09-26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CA8D7F-C23E-43B8-8F7D-9C74BE7CAB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4786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점프스퀘어 요소는 게임의 몰입감을 해치는 요소라고 생각함</a:t>
            </a:r>
            <a:endParaRPr lang="en-US" altLang="ko-KR" dirty="0"/>
          </a:p>
          <a:p>
            <a:r>
              <a:rPr lang="ko-KR" altLang="en-US" dirty="0"/>
              <a:t>공포게임이 </a:t>
            </a:r>
            <a:r>
              <a:rPr lang="ko-KR" altLang="en-US" dirty="0" err="1"/>
              <a:t>스트리머들에게</a:t>
            </a:r>
            <a:r>
              <a:rPr lang="ko-KR" altLang="en-US" dirty="0"/>
              <a:t> 벌칙게임과 같이 소비되는 것을 생각하면 굉장히 불호가 강한 장르</a:t>
            </a:r>
            <a:endParaRPr lang="en-US" altLang="ko-KR" dirty="0"/>
          </a:p>
          <a:p>
            <a:r>
              <a:rPr lang="en-US" altLang="ko-KR" dirty="0"/>
              <a:t>&gt;&gt;</a:t>
            </a:r>
            <a:r>
              <a:rPr lang="ko-KR" altLang="en-US" dirty="0"/>
              <a:t>근데 시발 왜 유행하지</a:t>
            </a:r>
            <a:r>
              <a:rPr lang="en-US" altLang="ko-KR" dirty="0"/>
              <a:t>? (</a:t>
            </a:r>
            <a:r>
              <a:rPr lang="ko-KR" altLang="en-US" dirty="0" err="1"/>
              <a:t>프레디</a:t>
            </a:r>
            <a:r>
              <a:rPr lang="en-US" altLang="ko-KR" dirty="0"/>
              <a:t>, </a:t>
            </a:r>
            <a:r>
              <a:rPr lang="ko-KR" altLang="en-US" dirty="0" err="1"/>
              <a:t>파피플레이타임</a:t>
            </a:r>
            <a:r>
              <a:rPr lang="en-US" altLang="ko-KR" dirty="0"/>
              <a:t>, 8</a:t>
            </a:r>
            <a:r>
              <a:rPr lang="ko-KR" altLang="en-US" dirty="0" err="1"/>
              <a:t>번출구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점프</a:t>
            </a:r>
            <a:r>
              <a:rPr lang="en-US" altLang="ko-KR" dirty="0"/>
              <a:t> </a:t>
            </a:r>
            <a:r>
              <a:rPr lang="ko-KR" altLang="en-US" dirty="0"/>
              <a:t>스퀘어</a:t>
            </a:r>
            <a:r>
              <a:rPr lang="en-US" altLang="ko-KR" dirty="0"/>
              <a:t> </a:t>
            </a:r>
            <a:r>
              <a:rPr lang="ko-KR" altLang="en-US" dirty="0"/>
              <a:t>요소가 제거된 공포 게임</a:t>
            </a:r>
            <a:endParaRPr lang="en-US" altLang="ko-KR" dirty="0"/>
          </a:p>
          <a:p>
            <a:r>
              <a:rPr lang="en-US" altLang="ko-KR" dirty="0"/>
              <a:t>&gt;&gt;</a:t>
            </a:r>
            <a:r>
              <a:rPr lang="ko-KR" altLang="en-US" dirty="0"/>
              <a:t>실상은 공포 요소가 가미된 탈출 게임이 될 듯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괴담처럼 현실적인 배경에서 비현실적인 상황으로 인한 괴리감을 통한 공포</a:t>
            </a:r>
            <a:r>
              <a:rPr lang="en-US" altLang="ko-KR" dirty="0"/>
              <a:t>? </a:t>
            </a:r>
            <a:r>
              <a:rPr lang="ko-KR" altLang="en-US" dirty="0"/>
              <a:t>두근거림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위 상황을 통해서 </a:t>
            </a:r>
            <a:r>
              <a:rPr lang="ko-KR" altLang="en-US" dirty="0" err="1"/>
              <a:t>인게임</a:t>
            </a:r>
            <a:r>
              <a:rPr lang="ko-KR" altLang="en-US" dirty="0"/>
              <a:t> 동료 캐릭터에 대해 느끼는 동료애</a:t>
            </a:r>
            <a:r>
              <a:rPr lang="en-US" altLang="ko-KR" dirty="0"/>
              <a:t>, </a:t>
            </a:r>
            <a:r>
              <a:rPr lang="ko-KR" altLang="en-US" dirty="0"/>
              <a:t>우정</a:t>
            </a:r>
            <a:r>
              <a:rPr lang="en-US" altLang="ko-KR" dirty="0"/>
              <a:t> </a:t>
            </a:r>
            <a:r>
              <a:rPr lang="ko-KR" altLang="en-US" dirty="0"/>
              <a:t>혹은 애정과 같은 유대감</a:t>
            </a:r>
            <a:r>
              <a:rPr lang="en-US" altLang="ko-KR" dirty="0"/>
              <a:t> </a:t>
            </a:r>
            <a:r>
              <a:rPr lang="ko-KR" altLang="en-US" dirty="0"/>
              <a:t>강화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CA8D7F-C23E-43B8-8F7D-9C74BE7CAB51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16108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ED9D4-69F3-E9F4-85EA-522359D4F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C5CDA34-0721-AF48-9C0F-E41EE00828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09D049C-5B36-798F-C872-7DA6B46BD3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점프스퀘어 요소는 게임의 몰입감을 해치는 요소라고 생각함</a:t>
            </a:r>
            <a:endParaRPr lang="en-US" altLang="ko-KR" dirty="0"/>
          </a:p>
          <a:p>
            <a:r>
              <a:rPr lang="ko-KR" altLang="en-US" dirty="0"/>
              <a:t>공포게임이 </a:t>
            </a:r>
            <a:r>
              <a:rPr lang="ko-KR" altLang="en-US" dirty="0" err="1"/>
              <a:t>스트리머들에게</a:t>
            </a:r>
            <a:r>
              <a:rPr lang="ko-KR" altLang="en-US" dirty="0"/>
              <a:t> 벌칙게임과 같이 소비되는 것을 생각하면 굉장히 불호가 강한 장르</a:t>
            </a:r>
            <a:endParaRPr lang="en-US" altLang="ko-KR" dirty="0"/>
          </a:p>
          <a:p>
            <a:r>
              <a:rPr lang="en-US" altLang="ko-KR" dirty="0"/>
              <a:t>&gt;&gt;</a:t>
            </a:r>
            <a:r>
              <a:rPr lang="ko-KR" altLang="en-US" dirty="0"/>
              <a:t>근데 시발 왜 유행하지</a:t>
            </a:r>
            <a:r>
              <a:rPr lang="en-US" altLang="ko-KR" dirty="0"/>
              <a:t>? (</a:t>
            </a:r>
            <a:r>
              <a:rPr lang="ko-KR" altLang="en-US" dirty="0" err="1"/>
              <a:t>프레디</a:t>
            </a:r>
            <a:r>
              <a:rPr lang="en-US" altLang="ko-KR" dirty="0"/>
              <a:t>, </a:t>
            </a:r>
            <a:r>
              <a:rPr lang="ko-KR" altLang="en-US" dirty="0" err="1"/>
              <a:t>파피플레이타임</a:t>
            </a:r>
            <a:r>
              <a:rPr lang="en-US" altLang="ko-KR" dirty="0"/>
              <a:t>, 8</a:t>
            </a:r>
            <a:r>
              <a:rPr lang="ko-KR" altLang="en-US" dirty="0" err="1"/>
              <a:t>번출구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점프</a:t>
            </a:r>
            <a:r>
              <a:rPr lang="en-US" altLang="ko-KR" dirty="0"/>
              <a:t> </a:t>
            </a:r>
            <a:r>
              <a:rPr lang="ko-KR" altLang="en-US" dirty="0"/>
              <a:t>스퀘어</a:t>
            </a:r>
            <a:r>
              <a:rPr lang="en-US" altLang="ko-KR" dirty="0"/>
              <a:t> </a:t>
            </a:r>
            <a:r>
              <a:rPr lang="ko-KR" altLang="en-US" dirty="0"/>
              <a:t>요소가 제거된 공포 게임</a:t>
            </a:r>
            <a:endParaRPr lang="en-US" altLang="ko-KR" dirty="0"/>
          </a:p>
          <a:p>
            <a:r>
              <a:rPr lang="en-US" altLang="ko-KR" dirty="0"/>
              <a:t>&gt;&gt;</a:t>
            </a:r>
            <a:r>
              <a:rPr lang="ko-KR" altLang="en-US" dirty="0"/>
              <a:t>실상은 공포 요소가 가미된 탈출 게임이 될 듯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괴담처럼 현실적인 배경에서 비현실적인 상황으로 인한 괴리감을 통한 공포</a:t>
            </a:r>
            <a:r>
              <a:rPr lang="en-US" altLang="ko-KR" dirty="0"/>
              <a:t>? </a:t>
            </a:r>
            <a:r>
              <a:rPr lang="ko-KR" altLang="en-US" dirty="0"/>
              <a:t>두근거림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위 상황을 통해서 </a:t>
            </a:r>
            <a:r>
              <a:rPr lang="ko-KR" altLang="en-US" dirty="0" err="1"/>
              <a:t>인게임</a:t>
            </a:r>
            <a:r>
              <a:rPr lang="ko-KR" altLang="en-US" dirty="0"/>
              <a:t> 동료 캐릭터에 대해 느끼는 동료애</a:t>
            </a:r>
            <a:r>
              <a:rPr lang="en-US" altLang="ko-KR" dirty="0"/>
              <a:t>, </a:t>
            </a:r>
            <a:r>
              <a:rPr lang="ko-KR" altLang="en-US" dirty="0"/>
              <a:t>우정</a:t>
            </a:r>
            <a:r>
              <a:rPr lang="en-US" altLang="ko-KR" dirty="0"/>
              <a:t> </a:t>
            </a:r>
            <a:r>
              <a:rPr lang="ko-KR" altLang="en-US" dirty="0"/>
              <a:t>혹은 애정과 같은 유대감</a:t>
            </a:r>
            <a:r>
              <a:rPr lang="en-US" altLang="ko-KR" dirty="0"/>
              <a:t> </a:t>
            </a:r>
            <a:r>
              <a:rPr lang="ko-KR" altLang="en-US" dirty="0"/>
              <a:t>강화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CFC12BE-839B-AC48-384D-A762CF2BF5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CA8D7F-C23E-43B8-8F7D-9C74BE7CAB51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96948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E557A-4499-6C26-1158-BBA794693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02F9258-5198-ABBE-F297-5B92974E64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3B74FB4-5DC1-2A20-8449-266CA41A09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점프스퀘어 요소는 게임의 몰입감을 해치는 요소라고 생각함</a:t>
            </a:r>
            <a:endParaRPr lang="en-US" altLang="ko-KR" dirty="0"/>
          </a:p>
          <a:p>
            <a:r>
              <a:rPr lang="ko-KR" altLang="en-US" dirty="0"/>
              <a:t>공포게임이 </a:t>
            </a:r>
            <a:r>
              <a:rPr lang="ko-KR" altLang="en-US" dirty="0" err="1"/>
              <a:t>스트리머들에게</a:t>
            </a:r>
            <a:r>
              <a:rPr lang="ko-KR" altLang="en-US" dirty="0"/>
              <a:t> 벌칙게임과 같이 소비되는 것을 생각하면 굉장히 불호가 강한 장르</a:t>
            </a:r>
            <a:endParaRPr lang="en-US" altLang="ko-KR" dirty="0"/>
          </a:p>
          <a:p>
            <a:r>
              <a:rPr lang="en-US" altLang="ko-KR" dirty="0"/>
              <a:t>&gt;&gt;</a:t>
            </a:r>
            <a:r>
              <a:rPr lang="ko-KR" altLang="en-US" dirty="0"/>
              <a:t>근데 시발 왜 유행하지</a:t>
            </a:r>
            <a:r>
              <a:rPr lang="en-US" altLang="ko-KR" dirty="0"/>
              <a:t>? (</a:t>
            </a:r>
            <a:r>
              <a:rPr lang="ko-KR" altLang="en-US" dirty="0" err="1"/>
              <a:t>프레디</a:t>
            </a:r>
            <a:r>
              <a:rPr lang="en-US" altLang="ko-KR" dirty="0"/>
              <a:t>, </a:t>
            </a:r>
            <a:r>
              <a:rPr lang="ko-KR" altLang="en-US" dirty="0" err="1"/>
              <a:t>파피플레이타임</a:t>
            </a:r>
            <a:r>
              <a:rPr lang="en-US" altLang="ko-KR" dirty="0"/>
              <a:t>, 8</a:t>
            </a:r>
            <a:r>
              <a:rPr lang="ko-KR" altLang="en-US" dirty="0" err="1"/>
              <a:t>번출구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점프</a:t>
            </a:r>
            <a:r>
              <a:rPr lang="en-US" altLang="ko-KR" dirty="0"/>
              <a:t> </a:t>
            </a:r>
            <a:r>
              <a:rPr lang="ko-KR" altLang="en-US" dirty="0"/>
              <a:t>스퀘어</a:t>
            </a:r>
            <a:r>
              <a:rPr lang="en-US" altLang="ko-KR" dirty="0"/>
              <a:t> </a:t>
            </a:r>
            <a:r>
              <a:rPr lang="ko-KR" altLang="en-US" dirty="0"/>
              <a:t>요소가 제거된 공포 게임</a:t>
            </a:r>
            <a:endParaRPr lang="en-US" altLang="ko-KR" dirty="0"/>
          </a:p>
          <a:p>
            <a:r>
              <a:rPr lang="en-US" altLang="ko-KR" dirty="0"/>
              <a:t>&gt;&gt;</a:t>
            </a:r>
            <a:r>
              <a:rPr lang="ko-KR" altLang="en-US" dirty="0"/>
              <a:t>실상은 공포 요소가 가미된 탈출 게임이 될 듯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괴담처럼 현실적인 배경에서 비현실적인 상황으로 인한 괴리감을 통한 공포</a:t>
            </a:r>
            <a:r>
              <a:rPr lang="en-US" altLang="ko-KR" dirty="0"/>
              <a:t>? </a:t>
            </a:r>
            <a:r>
              <a:rPr lang="ko-KR" altLang="en-US" dirty="0"/>
              <a:t>두근거림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위 상황을 통해서 </a:t>
            </a:r>
            <a:r>
              <a:rPr lang="ko-KR" altLang="en-US" dirty="0" err="1"/>
              <a:t>인게임</a:t>
            </a:r>
            <a:r>
              <a:rPr lang="ko-KR" altLang="en-US" dirty="0"/>
              <a:t> 동료 캐릭터에 대해 느끼는 동료애</a:t>
            </a:r>
            <a:r>
              <a:rPr lang="en-US" altLang="ko-KR" dirty="0"/>
              <a:t>, </a:t>
            </a:r>
            <a:r>
              <a:rPr lang="ko-KR" altLang="en-US" dirty="0"/>
              <a:t>우정</a:t>
            </a:r>
            <a:r>
              <a:rPr lang="en-US" altLang="ko-KR" dirty="0"/>
              <a:t> </a:t>
            </a:r>
            <a:r>
              <a:rPr lang="ko-KR" altLang="en-US" dirty="0"/>
              <a:t>혹은 애정과 같은 유대감</a:t>
            </a:r>
            <a:r>
              <a:rPr lang="en-US" altLang="ko-KR" dirty="0"/>
              <a:t> </a:t>
            </a:r>
            <a:r>
              <a:rPr lang="ko-KR" altLang="en-US" dirty="0"/>
              <a:t>강화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E3E06F-4B4C-FE09-4080-D7C1833712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CA8D7F-C23E-43B8-8F7D-9C74BE7CAB51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17402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76660-268F-2056-4C84-CDBBC5A8E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AFF6C4F-4E4A-737E-E902-39F9B5CBBE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3B276EA-D3AA-1D04-3D8B-71D5A13DDB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점프스퀘어 요소는 게임의 몰입감을 해치는 요소라고 생각함</a:t>
            </a:r>
            <a:endParaRPr lang="en-US" altLang="ko-KR" dirty="0"/>
          </a:p>
          <a:p>
            <a:r>
              <a:rPr lang="ko-KR" altLang="en-US" dirty="0"/>
              <a:t>공포게임이 </a:t>
            </a:r>
            <a:r>
              <a:rPr lang="ko-KR" altLang="en-US" dirty="0" err="1"/>
              <a:t>스트리머들에게</a:t>
            </a:r>
            <a:r>
              <a:rPr lang="ko-KR" altLang="en-US" dirty="0"/>
              <a:t> 벌칙게임과 같이 소비되는 것을 생각하면 굉장히 불호가 강한 장르</a:t>
            </a:r>
            <a:endParaRPr lang="en-US" altLang="ko-KR" dirty="0"/>
          </a:p>
          <a:p>
            <a:r>
              <a:rPr lang="en-US" altLang="ko-KR" dirty="0"/>
              <a:t>&gt;&gt;</a:t>
            </a:r>
            <a:r>
              <a:rPr lang="ko-KR" altLang="en-US" dirty="0"/>
              <a:t>근데 시발 왜 유행하지</a:t>
            </a:r>
            <a:r>
              <a:rPr lang="en-US" altLang="ko-KR" dirty="0"/>
              <a:t>? (</a:t>
            </a:r>
            <a:r>
              <a:rPr lang="ko-KR" altLang="en-US" dirty="0" err="1"/>
              <a:t>프레디</a:t>
            </a:r>
            <a:r>
              <a:rPr lang="en-US" altLang="ko-KR" dirty="0"/>
              <a:t>, </a:t>
            </a:r>
            <a:r>
              <a:rPr lang="ko-KR" altLang="en-US" dirty="0" err="1"/>
              <a:t>파피플레이타임</a:t>
            </a:r>
            <a:r>
              <a:rPr lang="en-US" altLang="ko-KR" dirty="0"/>
              <a:t>, 8</a:t>
            </a:r>
            <a:r>
              <a:rPr lang="ko-KR" altLang="en-US" dirty="0" err="1"/>
              <a:t>번출구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점프</a:t>
            </a:r>
            <a:r>
              <a:rPr lang="en-US" altLang="ko-KR" dirty="0"/>
              <a:t> </a:t>
            </a:r>
            <a:r>
              <a:rPr lang="ko-KR" altLang="en-US" dirty="0"/>
              <a:t>스퀘어</a:t>
            </a:r>
            <a:r>
              <a:rPr lang="en-US" altLang="ko-KR" dirty="0"/>
              <a:t> </a:t>
            </a:r>
            <a:r>
              <a:rPr lang="ko-KR" altLang="en-US" dirty="0"/>
              <a:t>요소가 제거된 공포 게임</a:t>
            </a:r>
            <a:endParaRPr lang="en-US" altLang="ko-KR" dirty="0"/>
          </a:p>
          <a:p>
            <a:r>
              <a:rPr lang="en-US" altLang="ko-KR" dirty="0"/>
              <a:t>&gt;&gt;</a:t>
            </a:r>
            <a:r>
              <a:rPr lang="ko-KR" altLang="en-US" dirty="0"/>
              <a:t>실상은 공포 요소가 가미된 탈출 게임이 될 듯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괴담처럼 현실적인 배경에서 비현실적인 상황으로 인한 괴리감을 통한 공포</a:t>
            </a:r>
            <a:r>
              <a:rPr lang="en-US" altLang="ko-KR" dirty="0"/>
              <a:t>? </a:t>
            </a:r>
            <a:r>
              <a:rPr lang="ko-KR" altLang="en-US" dirty="0"/>
              <a:t>두근거림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위 상황을 통해서 </a:t>
            </a:r>
            <a:r>
              <a:rPr lang="ko-KR" altLang="en-US" dirty="0" err="1"/>
              <a:t>인게임</a:t>
            </a:r>
            <a:r>
              <a:rPr lang="ko-KR" altLang="en-US" dirty="0"/>
              <a:t> 동료 캐릭터에 대해 느끼는 동료애</a:t>
            </a:r>
            <a:r>
              <a:rPr lang="en-US" altLang="ko-KR" dirty="0"/>
              <a:t>, </a:t>
            </a:r>
            <a:r>
              <a:rPr lang="ko-KR" altLang="en-US" dirty="0"/>
              <a:t>우정</a:t>
            </a:r>
            <a:r>
              <a:rPr lang="en-US" altLang="ko-KR" dirty="0"/>
              <a:t> </a:t>
            </a:r>
            <a:r>
              <a:rPr lang="ko-KR" altLang="en-US" dirty="0"/>
              <a:t>혹은 애정과 같은 유대감</a:t>
            </a:r>
            <a:r>
              <a:rPr lang="en-US" altLang="ko-KR" dirty="0"/>
              <a:t> </a:t>
            </a:r>
            <a:r>
              <a:rPr lang="ko-KR" altLang="en-US" dirty="0"/>
              <a:t>강화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32BE811-179C-B6FC-F587-10D586608C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CA8D7F-C23E-43B8-8F7D-9C74BE7CAB51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64253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CA8D7F-C23E-43B8-8F7D-9C74BE7CAB51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89162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CA8D7F-C23E-43B8-8F7D-9C74BE7CAB51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62494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CA8D7F-C23E-43B8-8F7D-9C74BE7CAB51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44397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85DC87-B3BA-AA29-6B55-9C8F1510A5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567B769-BCA9-13FE-5F0A-728E3DDA83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B63635-EB4C-C824-D61A-BAB354D95A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531218-1659-4A18-886D-82D6B6C3CEFF}" type="datetimeFigureOut">
              <a:rPr lang="ko-KR" altLang="en-US" smtClean="0"/>
              <a:t>2026-09-26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12C986-89BA-EAF3-605E-8B72F1FE9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DDA93A-907E-ED40-0149-C2F7A8F02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CF4C2-631A-4DD0-81D8-49052A2F01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2156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965CB7-CD1F-E538-BB14-0EB7D2C57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159A267-6A56-6875-7169-A235748388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58CDD4D-2041-6147-EBF5-62CF2268985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531218-1659-4A18-886D-82D6B6C3CEFF}" type="datetimeFigureOut">
              <a:rPr lang="ko-KR" altLang="en-US" smtClean="0"/>
              <a:t>2026-09-26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8EB773-1C27-1584-8C7B-A4BBD7372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563F768-144D-4D98-6005-3BA8FD889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CF4C2-631A-4DD0-81D8-49052A2F01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280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9F2D18-8E7E-971F-2DC5-377505B72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73140"/>
            <a:ext cx="10515600" cy="1024590"/>
          </a:xfrm>
        </p:spPr>
        <p:txBody>
          <a:bodyPr anchor="ctr"/>
          <a:lstStyle>
            <a:lvl1pPr algn="ctr">
              <a:defRPr sz="6000" b="1">
                <a:latin typeface="HY견명조" panose="02030600000101010101" pitchFamily="18" charset="-127"/>
                <a:ea typeface="HY견명조" panose="0203060000010101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49CAA7E-6C62-0DDA-FFCD-F959B7D896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262845"/>
            <a:ext cx="10515600" cy="304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 b="0" i="1">
                <a:solidFill>
                  <a:schemeClr val="tx1"/>
                </a:solidFill>
                <a:latin typeface="HY견명조" panose="02030600000101010101" pitchFamily="18" charset="-127"/>
                <a:ea typeface="HY견명조" panose="02030600000101010101" pitchFamily="18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AA78C53-78E3-F0C1-CE7D-05C8E41BEC9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531218-1659-4A18-886D-82D6B6C3CEFF}" type="datetimeFigureOut">
              <a:rPr lang="ko-KR" altLang="en-US" smtClean="0"/>
              <a:t>2026-09-26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CDEA3F5-2F30-AFFD-6A8C-97906960D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A3D4E7-38FD-7533-C750-0C8CD3E7B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CF4C2-631A-4DD0-81D8-49052A2F017A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C9AA32D4-CE17-FC17-0DE6-5F9DDBCC6F13}"/>
              </a:ext>
            </a:extLst>
          </p:cNvPr>
          <p:cNvCxnSpPr>
            <a:cxnSpLocks/>
          </p:cNvCxnSpPr>
          <p:nvPr userDrawn="1"/>
        </p:nvCxnSpPr>
        <p:spPr>
          <a:xfrm>
            <a:off x="304800" y="2206487"/>
            <a:ext cx="11582400" cy="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6D9BA76-7B1F-D02C-0EF6-6EB5F1015E16}"/>
              </a:ext>
            </a:extLst>
          </p:cNvPr>
          <p:cNvSpPr/>
          <p:nvPr userDrawn="1"/>
        </p:nvSpPr>
        <p:spPr>
          <a:xfrm>
            <a:off x="304800" y="986564"/>
            <a:ext cx="2200275" cy="997742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300"/>
              </a:lnSpc>
            </a:pPr>
            <a:r>
              <a:rPr lang="ko-KR" altLang="en-US" sz="1000" b="0" i="1" dirty="0">
                <a:solidFill>
                  <a:srgbClr val="000000"/>
                </a:solidFill>
                <a:effectLst/>
                <a:latin typeface="HY견명조" panose="02030600000101010101" pitchFamily="18" charset="-127"/>
                <a:ea typeface="HY견명조" panose="02030600000101010101" pitchFamily="18" charset="-127"/>
              </a:rPr>
              <a:t>게임공학과 </a:t>
            </a:r>
            <a:r>
              <a:rPr lang="en-US" altLang="ko-KR" sz="1000" b="0" i="1" dirty="0">
                <a:solidFill>
                  <a:srgbClr val="000000"/>
                </a:solidFill>
                <a:effectLst/>
                <a:latin typeface="HY견명조" panose="02030600000101010101" pitchFamily="18" charset="-127"/>
                <a:ea typeface="HY견명조" panose="02030600000101010101" pitchFamily="18" charset="-127"/>
              </a:rPr>
              <a:t>2022184042 </a:t>
            </a:r>
            <a:r>
              <a:rPr lang="ko-KR" altLang="en-US" sz="1000" b="0" i="1" dirty="0">
                <a:solidFill>
                  <a:srgbClr val="000000"/>
                </a:solidFill>
                <a:effectLst/>
                <a:latin typeface="HY견명조" panose="02030600000101010101" pitchFamily="18" charset="-127"/>
                <a:ea typeface="HY견명조" panose="02030600000101010101" pitchFamily="18" charset="-127"/>
              </a:rPr>
              <a:t>홍승우</a:t>
            </a:r>
            <a:endParaRPr lang="en-US" altLang="ko-KR" sz="1000" b="0" i="1" dirty="0">
              <a:solidFill>
                <a:srgbClr val="000000"/>
              </a:solidFill>
              <a:effectLst/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pPr algn="ctr">
              <a:lnSpc>
                <a:spcPts val="1300"/>
              </a:lnSpc>
            </a:pPr>
            <a:r>
              <a:rPr lang="ko-KR" altLang="en-US" sz="1000" b="0" i="1" dirty="0">
                <a:solidFill>
                  <a:srgbClr val="000000"/>
                </a:solidFill>
                <a:effectLst/>
                <a:latin typeface="HY견명조" panose="02030600000101010101" pitchFamily="18" charset="-127"/>
                <a:ea typeface="HY견명조" panose="02030600000101010101" pitchFamily="18" charset="-127"/>
              </a:rPr>
              <a:t>게임공학과 </a:t>
            </a:r>
            <a:r>
              <a:rPr lang="en-US" altLang="ko-KR" sz="1000" b="0" i="1" dirty="0">
                <a:solidFill>
                  <a:srgbClr val="000000"/>
                </a:solidFill>
                <a:effectLst/>
                <a:latin typeface="HY견명조" panose="02030600000101010101" pitchFamily="18" charset="-127"/>
                <a:ea typeface="HY견명조" panose="02030600000101010101" pitchFamily="18" charset="-127"/>
              </a:rPr>
              <a:t>2022182017 </a:t>
            </a:r>
            <a:r>
              <a:rPr lang="ko-KR" altLang="en-US" sz="1000" b="0" i="1" dirty="0" err="1">
                <a:solidFill>
                  <a:srgbClr val="000000"/>
                </a:solidFill>
                <a:effectLst/>
                <a:latin typeface="HY견명조" panose="02030600000101010101" pitchFamily="18" charset="-127"/>
                <a:ea typeface="HY견명조" panose="02030600000101010101" pitchFamily="18" charset="-127"/>
              </a:rPr>
              <a:t>백경철</a:t>
            </a:r>
            <a:endParaRPr lang="en-US" altLang="ko-KR" sz="1000" b="0" i="1" dirty="0">
              <a:solidFill>
                <a:srgbClr val="000000"/>
              </a:solidFill>
              <a:effectLst/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pPr algn="ctr">
              <a:lnSpc>
                <a:spcPts val="1300"/>
              </a:lnSpc>
            </a:pPr>
            <a:r>
              <a:rPr lang="ko-KR" altLang="en-US" sz="1000" b="0" i="1" dirty="0">
                <a:solidFill>
                  <a:srgbClr val="000000"/>
                </a:solidFill>
                <a:effectLst/>
                <a:latin typeface="HY견명조" panose="02030600000101010101" pitchFamily="18" charset="-127"/>
                <a:ea typeface="HY견명조" panose="02030600000101010101" pitchFamily="18" charset="-127"/>
              </a:rPr>
              <a:t>게임공학과 </a:t>
            </a:r>
            <a:r>
              <a:rPr lang="en-US" altLang="ko-KR" sz="1000" b="0" i="1" dirty="0">
                <a:solidFill>
                  <a:srgbClr val="000000"/>
                </a:solidFill>
                <a:effectLst/>
                <a:latin typeface="HY견명조" panose="02030600000101010101" pitchFamily="18" charset="-127"/>
                <a:ea typeface="HY견명조" panose="02030600000101010101" pitchFamily="18" charset="-127"/>
              </a:rPr>
              <a:t>2021180023 </a:t>
            </a:r>
            <a:r>
              <a:rPr lang="ko-KR" altLang="en-US" sz="1000" b="0" i="1" dirty="0" err="1">
                <a:solidFill>
                  <a:srgbClr val="000000"/>
                </a:solidFill>
                <a:effectLst/>
                <a:latin typeface="HY견명조" panose="02030600000101010101" pitchFamily="18" charset="-127"/>
                <a:ea typeface="HY견명조" panose="02030600000101010101" pitchFamily="18" charset="-127"/>
              </a:rPr>
              <a:t>이규아</a:t>
            </a:r>
            <a:endParaRPr lang="ko-KR" altLang="en-US" sz="1000" i="1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5CCC9A3-FC2D-83EA-625B-29BD013F5B70}"/>
              </a:ext>
            </a:extLst>
          </p:cNvPr>
          <p:cNvSpPr txBox="1"/>
          <p:nvPr userDrawn="1"/>
        </p:nvSpPr>
        <p:spPr>
          <a:xfrm>
            <a:off x="9894571" y="1032427"/>
            <a:ext cx="1992630" cy="9060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</a:pPr>
            <a:r>
              <a:rPr lang="en-US" altLang="ko-KR" sz="1000" b="0" i="1" dirty="0">
                <a:solidFill>
                  <a:srgbClr val="000000"/>
                </a:solidFill>
                <a:effectLst/>
                <a:latin typeface="HY견명조" panose="02030600000101010101" pitchFamily="18" charset="-127"/>
                <a:ea typeface="HY견명조" panose="02030600000101010101" pitchFamily="18" charset="-127"/>
              </a:rPr>
              <a:t>Blazed</a:t>
            </a:r>
            <a:r>
              <a:rPr lang="ko-KR" altLang="en-US" sz="1000" b="0" i="1" dirty="0">
                <a:solidFill>
                  <a:srgbClr val="000000"/>
                </a:solidFill>
                <a:effectLst/>
                <a:latin typeface="HY견명조" panose="02030600000101010101" pitchFamily="18" charset="-127"/>
                <a:ea typeface="HY견명조" panose="02030600000101010101" pitchFamily="18" charset="-127"/>
              </a:rPr>
              <a:t> </a:t>
            </a:r>
            <a:r>
              <a:rPr lang="en-US" altLang="ko-KR" sz="1000" b="0" i="1" dirty="0">
                <a:solidFill>
                  <a:srgbClr val="000000"/>
                </a:solidFill>
                <a:effectLst/>
                <a:latin typeface="HY견명조" panose="02030600000101010101" pitchFamily="18" charset="-127"/>
                <a:ea typeface="HY견명조" panose="02030600000101010101" pitchFamily="18" charset="-127"/>
              </a:rPr>
              <a:t>Department</a:t>
            </a:r>
            <a:r>
              <a:rPr lang="ko-KR" altLang="en-US" sz="1000" b="0" i="1" dirty="0">
                <a:solidFill>
                  <a:srgbClr val="000000"/>
                </a:solidFill>
                <a:effectLst/>
                <a:latin typeface="HY견명조" panose="02030600000101010101" pitchFamily="18" charset="-127"/>
                <a:ea typeface="HY견명조" panose="02030600000101010101" pitchFamily="18" charset="-127"/>
              </a:rPr>
              <a:t> </a:t>
            </a:r>
            <a:r>
              <a:rPr lang="en-US" altLang="ko-KR" sz="1000" b="0" i="1" dirty="0">
                <a:solidFill>
                  <a:srgbClr val="000000"/>
                </a:solidFill>
                <a:effectLst/>
                <a:latin typeface="HY견명조" panose="02030600000101010101" pitchFamily="18" charset="-127"/>
                <a:ea typeface="HY견명조" panose="02030600000101010101" pitchFamily="18" charset="-127"/>
              </a:rPr>
              <a:t>Store</a:t>
            </a:r>
          </a:p>
          <a:p>
            <a:pPr algn="r">
              <a:lnSpc>
                <a:spcPts val="1300"/>
              </a:lnSpc>
            </a:pPr>
            <a:r>
              <a:rPr lang="en-US" altLang="ko-KR" sz="1000" b="0" i="1" dirty="0">
                <a:solidFill>
                  <a:srgbClr val="000000"/>
                </a:solidFill>
                <a:effectLst/>
                <a:latin typeface="HY견명조" panose="02030600000101010101" pitchFamily="18" charset="-127"/>
                <a:ea typeface="HY견명조" panose="02030600000101010101" pitchFamily="18" charset="-127"/>
              </a:rPr>
              <a:t>Downed Fire Shutters</a:t>
            </a:r>
          </a:p>
          <a:p>
            <a:pPr algn="r">
              <a:lnSpc>
                <a:spcPts val="1300"/>
              </a:lnSpc>
            </a:pPr>
            <a:r>
              <a:rPr lang="en-US" altLang="ko-KR" sz="1000" b="0" i="1" dirty="0">
                <a:solidFill>
                  <a:srgbClr val="000000"/>
                </a:solidFill>
                <a:effectLst/>
                <a:latin typeface="HY견명조" panose="02030600000101010101" pitchFamily="18" charset="-127"/>
                <a:ea typeface="HY견명조" panose="02030600000101010101" pitchFamily="18" charset="-127"/>
              </a:rPr>
              <a:t>Following Mannequin</a:t>
            </a:r>
          </a:p>
          <a:p>
            <a:pPr algn="r">
              <a:lnSpc>
                <a:spcPts val="1300"/>
              </a:lnSpc>
            </a:pPr>
            <a:r>
              <a:rPr lang="en-US" altLang="ko-KR" sz="1000" b="0" i="1" dirty="0">
                <a:solidFill>
                  <a:srgbClr val="000000"/>
                </a:solidFill>
                <a:effectLst/>
                <a:latin typeface="HY견명조" panose="02030600000101010101" pitchFamily="18" charset="-127"/>
                <a:ea typeface="HY견명조" panose="02030600000101010101" pitchFamily="18" charset="-127"/>
              </a:rPr>
              <a:t>Escape with Heroin</a:t>
            </a:r>
          </a:p>
          <a:p>
            <a:pPr algn="r">
              <a:lnSpc>
                <a:spcPts val="1300"/>
              </a:lnSpc>
            </a:pPr>
            <a:r>
              <a:rPr lang="en-US" altLang="ko-KR" sz="1000" b="0" i="1" dirty="0">
                <a:solidFill>
                  <a:srgbClr val="000000"/>
                </a:solidFill>
                <a:effectLst/>
                <a:latin typeface="HY견명조" panose="02030600000101010101" pitchFamily="18" charset="-127"/>
                <a:ea typeface="HY견명조" panose="02030600000101010101" pitchFamily="18" charset="-127"/>
              </a:rPr>
              <a:t>Snuff and Horror</a:t>
            </a:r>
            <a:endParaRPr lang="ko-KR" altLang="en-US" sz="1000" i="1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79718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43812B-6069-F4A0-8C26-1CD401AD5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47FACF-1DB2-98BB-40C2-420BD2DDB7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0568C56-D47B-75D1-3A51-3AB67C79AA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158D3B1-E6EF-85B7-B2C9-33C60D42525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531218-1659-4A18-886D-82D6B6C3CEFF}" type="datetimeFigureOut">
              <a:rPr lang="ko-KR" altLang="en-US" smtClean="0"/>
              <a:t>2026-09-26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7DDE947-3866-551A-2287-F97C2AB5C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CB6381F-8D6D-D01C-3DF3-F44E44313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CF4C2-631A-4DD0-81D8-49052A2F01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866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572746-C9B3-545D-3462-18B15D8EB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7355AB2-BD2E-77DE-826F-F45B598C06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1B3A6EC-0B14-5707-ED5B-5354C9F919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30AD448-E865-BC71-A31A-14B9A1B90C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DC995BE-6A38-4577-130C-647E53D916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79B68EC-B30A-16B3-FE69-90A5A108B3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531218-1659-4A18-886D-82D6B6C3CEFF}" type="datetimeFigureOut">
              <a:rPr lang="ko-KR" altLang="en-US" smtClean="0"/>
              <a:t>2026-09-26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B38A463-F3A1-8984-A13B-B2AE4FF10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891C88B-6CE1-9508-F872-3C669FB2D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CF4C2-631A-4DD0-81D8-49052A2F01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1270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3A2FAA-7B33-BA6A-36AD-F1670A138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3531"/>
            <a:ext cx="10515600" cy="1325563"/>
          </a:xfrm>
        </p:spPr>
        <p:txBody>
          <a:bodyPr>
            <a:normAutofit/>
          </a:bodyPr>
          <a:lstStyle>
            <a:lvl1pPr algn="ctr">
              <a:defRPr sz="4000" b="1">
                <a:latin typeface="HY견명조" panose="02030600000101010101" pitchFamily="18" charset="-127"/>
                <a:ea typeface="HY견명조" panose="0203060000010101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DF1EC60-2F5B-7053-0BFC-6AB5A6EA7BD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531218-1659-4A18-886D-82D6B6C3CEFF}" type="datetimeFigureOut">
              <a:rPr lang="ko-KR" altLang="en-US" smtClean="0"/>
              <a:t>2026-09-26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49CE174-ED00-DAAD-F853-1E22C6FC8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020B477-25A3-1D75-E6DE-C42CBFB7C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CF4C2-631A-4DD0-81D8-49052A2F017A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A12186D4-9E56-54BA-2922-1B5482437209}"/>
              </a:ext>
            </a:extLst>
          </p:cNvPr>
          <p:cNvCxnSpPr>
            <a:cxnSpLocks/>
          </p:cNvCxnSpPr>
          <p:nvPr userDrawn="1"/>
        </p:nvCxnSpPr>
        <p:spPr>
          <a:xfrm>
            <a:off x="324678" y="1550504"/>
            <a:ext cx="11582400" cy="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27579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E8B40D9-B645-A3C4-63A9-B0AA4ED47C5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531218-1659-4A18-886D-82D6B6C3CEFF}" type="datetimeFigureOut">
              <a:rPr lang="ko-KR" altLang="en-US" smtClean="0"/>
              <a:t>2026-09-26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7CDD2D2-25CC-05F7-A76D-0BE32D225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090C9F-C681-246E-FC29-69016EAFD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CF4C2-631A-4DD0-81D8-49052A2F01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15648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4C11DC-F014-8136-6A4B-4DEFD955B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880D78E-2977-E773-E4D9-24123B83AF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E7C647F-B7B8-CDF1-98CE-7733BE04B6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2DCD5E9-AA35-DA10-A2AA-1116F644550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531218-1659-4A18-886D-82D6B6C3CEFF}" type="datetimeFigureOut">
              <a:rPr lang="ko-KR" altLang="en-US" smtClean="0"/>
              <a:t>2026-09-26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C8F73B8-6CF1-061A-46EC-701F5FB8D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533E955-4E90-E298-2DDB-5129D9EC4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CF4C2-631A-4DD0-81D8-49052A2F01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6244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5EDE73-91F6-2C7B-B9A1-343DE62A8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5AC16A7-FE9E-ECD4-E01C-36FB6472DE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CDB6745-A60B-C820-79DC-B9D932F22E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640EE5-707B-F1DD-EF35-5A4E4BF4BF7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531218-1659-4A18-886D-82D6B6C3CEFF}" type="datetimeFigureOut">
              <a:rPr lang="ko-KR" altLang="en-US" smtClean="0"/>
              <a:t>2026-09-26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696BCBD-5B95-8335-36FF-AB069E01B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BF183A5-8F85-A689-B698-B74C30D77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CF4C2-631A-4DD0-81D8-49052A2F01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5808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86ED14-9119-6E6F-5EB8-03AE59CCC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F59798B-C653-7B0F-6923-FE651BDBD2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BED59C-1AC6-F956-E5EB-50D7937F72D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531218-1659-4A18-886D-82D6B6C3CEFF}" type="datetimeFigureOut">
              <a:rPr lang="ko-KR" altLang="en-US" smtClean="0"/>
              <a:t>2026-09-26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B6AA022-C8BD-BBC9-86C8-74D2D0322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C0E4A93-F3C2-1A69-9E92-34291C764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CF4C2-631A-4DD0-81D8-49052A2F01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7585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8CED640-0C90-0AC2-1082-FB9BC40597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C8B4804-4C53-FEA5-FD49-22F011BB77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C6EE4D1-3CA4-AB7E-EFEF-0EBCBD1ACF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531218-1659-4A18-886D-82D6B6C3CEFF}" type="datetimeFigureOut">
              <a:rPr lang="ko-KR" altLang="en-US" smtClean="0"/>
              <a:t>2026-09-26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18D57C4-2C3C-91EF-DFE8-909316A69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136135-24B0-CB01-BF3A-0B34385A2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CF4C2-631A-4DD0-81D8-49052A2F01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9655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66FFAB4-D1EC-5B6D-50FC-A90A1E288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947FB89-BFD1-60BD-2EFB-F472D08288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842899-99A5-0125-36C1-F5AB1C6FB4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531218-1659-4A18-886D-82D6B6C3CEFF}" type="datetimeFigureOut">
              <a:rPr lang="ko-KR" altLang="en-US" smtClean="0"/>
              <a:t>2026-09-26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7EAF752-89C9-A6B3-E77C-221B14832B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4D9F062-B0F7-A43E-CB50-A593FF9BC6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8155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5CF4C2-631A-4DD0-81D8-49052A2F017A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57637602-AFC2-E6DA-DA2A-89DD0BE747FA}"/>
              </a:ext>
            </a:extLst>
          </p:cNvPr>
          <p:cNvCxnSpPr>
            <a:cxnSpLocks/>
          </p:cNvCxnSpPr>
          <p:nvPr userDrawn="1"/>
        </p:nvCxnSpPr>
        <p:spPr>
          <a:xfrm>
            <a:off x="304800" y="331304"/>
            <a:ext cx="11582400" cy="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4BB30D28-6AAA-4480-D19E-258C3D16027D}"/>
              </a:ext>
            </a:extLst>
          </p:cNvPr>
          <p:cNvCxnSpPr>
            <a:cxnSpLocks/>
          </p:cNvCxnSpPr>
          <p:nvPr userDrawn="1"/>
        </p:nvCxnSpPr>
        <p:spPr>
          <a:xfrm>
            <a:off x="304800" y="742122"/>
            <a:ext cx="11582400" cy="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E5C2D1C5-F4FD-A3A8-8CDE-5C7A061CE00B}"/>
              </a:ext>
            </a:extLst>
          </p:cNvPr>
          <p:cNvCxnSpPr>
            <a:cxnSpLocks/>
          </p:cNvCxnSpPr>
          <p:nvPr userDrawn="1"/>
        </p:nvCxnSpPr>
        <p:spPr>
          <a:xfrm>
            <a:off x="2594114" y="397564"/>
            <a:ext cx="0" cy="27829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CB1CC1CE-B06C-FBEF-A8E8-0AE999E5CADF}"/>
              </a:ext>
            </a:extLst>
          </p:cNvPr>
          <p:cNvCxnSpPr>
            <a:cxnSpLocks/>
          </p:cNvCxnSpPr>
          <p:nvPr userDrawn="1"/>
        </p:nvCxnSpPr>
        <p:spPr>
          <a:xfrm>
            <a:off x="9591261" y="397564"/>
            <a:ext cx="0" cy="27829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E97BA3B-D719-CF08-DA19-1B2F1A07E113}"/>
              </a:ext>
            </a:extLst>
          </p:cNvPr>
          <p:cNvSpPr txBox="1"/>
          <p:nvPr userDrawn="1"/>
        </p:nvSpPr>
        <p:spPr>
          <a:xfrm>
            <a:off x="3551082" y="352046"/>
            <a:ext cx="50898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latin typeface="HY견명조" panose="02030600000101010101" pitchFamily="18" charset="-127"/>
                <a:ea typeface="HY견명조" panose="02030600000101010101" pitchFamily="18" charset="-127"/>
              </a:rPr>
              <a:t>DEPARTMENT STORE</a:t>
            </a:r>
            <a:r>
              <a:rPr lang="ko-KR" altLang="en-US" dirty="0">
                <a:latin typeface="HY견명조" panose="02030600000101010101" pitchFamily="18" charset="-127"/>
                <a:ea typeface="HY견명조" panose="02030600000101010101" pitchFamily="18" charset="-127"/>
              </a:rPr>
              <a:t> </a:t>
            </a:r>
            <a:r>
              <a:rPr lang="en-US" altLang="ko-KR" dirty="0">
                <a:latin typeface="HY견명조" panose="02030600000101010101" pitchFamily="18" charset="-127"/>
                <a:ea typeface="HY견명조" panose="02030600000101010101" pitchFamily="18" charset="-127"/>
              </a:rPr>
              <a:t>FIRE</a:t>
            </a:r>
            <a:r>
              <a:rPr lang="ko-KR" altLang="en-US" dirty="0">
                <a:latin typeface="HY견명조" panose="02030600000101010101" pitchFamily="18" charset="-127"/>
                <a:ea typeface="HY견명조" panose="02030600000101010101" pitchFamily="18" charset="-127"/>
              </a:rPr>
              <a:t> </a:t>
            </a:r>
            <a:r>
              <a:rPr lang="en-US" altLang="ko-KR" dirty="0">
                <a:latin typeface="HY견명조" panose="02030600000101010101" pitchFamily="18" charset="-127"/>
                <a:ea typeface="HY견명조" panose="02030600000101010101" pitchFamily="18" charset="-127"/>
              </a:rPr>
              <a:t>DISATER</a:t>
            </a:r>
            <a:endParaRPr lang="ko-KR" altLang="en-US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8602ECF-A90F-7655-60C7-293EEB8C43C5}"/>
              </a:ext>
            </a:extLst>
          </p:cNvPr>
          <p:cNvSpPr txBox="1"/>
          <p:nvPr userDrawn="1"/>
        </p:nvSpPr>
        <p:spPr>
          <a:xfrm>
            <a:off x="324678" y="352046"/>
            <a:ext cx="15888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0" dirty="0">
                <a:latin typeface="HY견명조" panose="02030600000101010101" pitchFamily="18" charset="-127"/>
                <a:ea typeface="HY견명조" panose="02030600000101010101" pitchFamily="18" charset="-127"/>
              </a:rPr>
              <a:t>2026.01.01</a:t>
            </a:r>
            <a:endParaRPr lang="ko-KR" altLang="en-US" b="0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C297664-DDB1-A57A-604F-DC66C777BF2E}"/>
              </a:ext>
            </a:extLst>
          </p:cNvPr>
          <p:cNvSpPr txBox="1"/>
          <p:nvPr userDrawn="1"/>
        </p:nvSpPr>
        <p:spPr>
          <a:xfrm>
            <a:off x="10347035" y="352046"/>
            <a:ext cx="1560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dirty="0">
                <a:latin typeface="HY견명조" panose="02030600000101010101" pitchFamily="18" charset="-127"/>
                <a:ea typeface="HY견명조" panose="02030600000101010101" pitchFamily="18" charset="-127"/>
              </a:rPr>
              <a:t>HONG.S.W</a:t>
            </a:r>
            <a:endParaRPr lang="ko-KR" altLang="en-US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2717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hyperlink" Target="https://store.steampowered.com/app/1557580/DONT_LOOK_AWAY/?l=koreana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png"/><Relationship Id="rId4" Type="http://schemas.openxmlformats.org/officeDocument/2006/relationships/image" Target="../media/image6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5.png"/><Relationship Id="rId4" Type="http://schemas.openxmlformats.org/officeDocument/2006/relationships/image" Target="../media/image14.jp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6F524F-F7F8-74D2-EF17-2E7ACEFF1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창작 기획서 제안서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D35DFE2-E472-24AF-19E9-0789DE7C1C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/>
              <a:t>한국공학대학교 게임공학과 </a:t>
            </a:r>
            <a:r>
              <a:rPr lang="en-US" altLang="ko-KR" dirty="0"/>
              <a:t>2022184042</a:t>
            </a:r>
            <a:r>
              <a:rPr lang="ko-KR" altLang="en-US" dirty="0"/>
              <a:t> 홍승우</a:t>
            </a:r>
            <a:r>
              <a:rPr lang="en-US" altLang="ko-KR" dirty="0"/>
              <a:t>, hsw29371@gmail.com,</a:t>
            </a:r>
            <a:r>
              <a:rPr lang="ko-KR" altLang="en-US" dirty="0"/>
              <a:t> </a:t>
            </a:r>
            <a:r>
              <a:rPr lang="en-US" altLang="ko-KR" dirty="0"/>
              <a:t>010-9902-2794</a:t>
            </a:r>
            <a:endParaRPr lang="ko-KR" altLang="en-US" dirty="0"/>
          </a:p>
        </p:txBody>
      </p:sp>
      <p:pic>
        <p:nvPicPr>
          <p:cNvPr id="15" name="그림 14" descr="텍스트, 스크린샷, 광고판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DB3CF0E-78DE-FAB3-424B-8FE7ECA036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2" t="40241" r="1143" b="3078"/>
          <a:stretch>
            <a:fillRect/>
          </a:stretch>
        </p:blipFill>
        <p:spPr>
          <a:xfrm>
            <a:off x="295275" y="2649880"/>
            <a:ext cx="11597640" cy="3887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5640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광고판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223A3E0-C633-0AA5-1752-45D029BE23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752" t="40241" r="6746" b="3078"/>
          <a:stretch>
            <a:fillRect/>
          </a:stretch>
        </p:blipFill>
        <p:spPr>
          <a:xfrm>
            <a:off x="300038" y="308533"/>
            <a:ext cx="11591925" cy="6240935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960D3DB5-504C-F711-9E18-6B14348EA20E}"/>
              </a:ext>
            </a:extLst>
          </p:cNvPr>
          <p:cNvSpPr/>
          <p:nvPr/>
        </p:nvSpPr>
        <p:spPr>
          <a:xfrm>
            <a:off x="674370" y="701040"/>
            <a:ext cx="10843260" cy="5455920"/>
          </a:xfrm>
          <a:prstGeom prst="rect">
            <a:avLst/>
          </a:prstGeom>
          <a:solidFill>
            <a:srgbClr val="F2F2F2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1D8EF2-7B96-F508-C59F-4F8DA4C787DB}"/>
              </a:ext>
            </a:extLst>
          </p:cNvPr>
          <p:cNvSpPr txBox="1"/>
          <p:nvPr/>
        </p:nvSpPr>
        <p:spPr>
          <a:xfrm>
            <a:off x="5248649" y="939522"/>
            <a:ext cx="169469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b="1" dirty="0">
                <a:latin typeface="HY견명조" panose="02030600000101010101" pitchFamily="18" charset="-127"/>
                <a:ea typeface="HY견명조" panose="02030600000101010101" pitchFamily="18" charset="-127"/>
              </a:rPr>
              <a:t>목차</a:t>
            </a: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0267D5E4-09D6-F2E1-378D-90CF2FECD733}"/>
              </a:ext>
            </a:extLst>
          </p:cNvPr>
          <p:cNvCxnSpPr>
            <a:cxnSpLocks/>
          </p:cNvCxnSpPr>
          <p:nvPr/>
        </p:nvCxnSpPr>
        <p:spPr>
          <a:xfrm>
            <a:off x="1554480" y="4061791"/>
            <a:ext cx="908304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EBF98009-F173-6378-100D-0D3BD998D027}"/>
              </a:ext>
            </a:extLst>
          </p:cNvPr>
          <p:cNvCxnSpPr>
            <a:cxnSpLocks/>
          </p:cNvCxnSpPr>
          <p:nvPr/>
        </p:nvCxnSpPr>
        <p:spPr>
          <a:xfrm>
            <a:off x="6096000" y="2286000"/>
            <a:ext cx="0" cy="3551583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1310ED9B-5D2D-E1D5-2CD4-BD6C1E3DC5D9}"/>
              </a:ext>
            </a:extLst>
          </p:cNvPr>
          <p:cNvCxnSpPr>
            <a:cxnSpLocks/>
          </p:cNvCxnSpPr>
          <p:nvPr/>
        </p:nvCxnSpPr>
        <p:spPr>
          <a:xfrm>
            <a:off x="1554480" y="2286000"/>
            <a:ext cx="9083040" cy="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F113753-988A-F480-28BC-71036F0144D3}"/>
              </a:ext>
            </a:extLst>
          </p:cNvPr>
          <p:cNvSpPr txBox="1"/>
          <p:nvPr/>
        </p:nvSpPr>
        <p:spPr>
          <a:xfrm>
            <a:off x="1965097" y="2658104"/>
            <a:ext cx="118494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b="1" dirty="0">
                <a:latin typeface="HY견명조" panose="02030600000101010101" pitchFamily="18" charset="-127"/>
                <a:ea typeface="HY견명조" panose="02030600000101010101" pitchFamily="18" charset="-127"/>
              </a:rPr>
              <a:t>01</a:t>
            </a:r>
          </a:p>
          <a:p>
            <a:r>
              <a:rPr lang="ko-KR" altLang="en-US" dirty="0">
                <a:latin typeface="HY견명조" panose="02030600000101010101" pitchFamily="18" charset="-127"/>
                <a:ea typeface="HY견명조" panose="02030600000101010101" pitchFamily="18" charset="-127"/>
              </a:rPr>
              <a:t>기획 의도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25784AE-F176-3138-6AE6-2AF472900639}"/>
              </a:ext>
            </a:extLst>
          </p:cNvPr>
          <p:cNvSpPr txBox="1"/>
          <p:nvPr/>
        </p:nvSpPr>
        <p:spPr>
          <a:xfrm>
            <a:off x="1965096" y="4391501"/>
            <a:ext cx="87716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b="1" dirty="0">
                <a:latin typeface="HY견명조" panose="02030600000101010101" pitchFamily="18" charset="-127"/>
                <a:ea typeface="HY견명조" panose="02030600000101010101" pitchFamily="18" charset="-127"/>
              </a:rPr>
              <a:t>03</a:t>
            </a:r>
          </a:p>
          <a:p>
            <a:r>
              <a:rPr lang="ko-KR" altLang="en-US" dirty="0">
                <a:latin typeface="HY견명조" panose="02030600000101010101" pitchFamily="18" charset="-127"/>
                <a:ea typeface="HY견명조" panose="02030600000101010101" pitchFamily="18" charset="-127"/>
              </a:rPr>
              <a:t>시스템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CEA1DEE-0998-C74B-75FA-EE3AA15A83F7}"/>
              </a:ext>
            </a:extLst>
          </p:cNvPr>
          <p:cNvSpPr txBox="1"/>
          <p:nvPr/>
        </p:nvSpPr>
        <p:spPr>
          <a:xfrm>
            <a:off x="6905244" y="2654950"/>
            <a:ext cx="118494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b="1" dirty="0">
                <a:latin typeface="HY견명조" panose="02030600000101010101" pitchFamily="18" charset="-127"/>
                <a:ea typeface="HY견명조" panose="02030600000101010101" pitchFamily="18" charset="-127"/>
              </a:rPr>
              <a:t>02</a:t>
            </a:r>
          </a:p>
          <a:p>
            <a:r>
              <a:rPr lang="ko-KR" altLang="en-US" dirty="0">
                <a:latin typeface="HY견명조" panose="02030600000101010101" pitchFamily="18" charset="-127"/>
                <a:ea typeface="HY견명조" panose="02030600000101010101" pitchFamily="18" charset="-127"/>
              </a:rPr>
              <a:t>게임 정보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641ADE0-840F-E8BA-6AA6-A2460247C6EF}"/>
              </a:ext>
            </a:extLst>
          </p:cNvPr>
          <p:cNvSpPr txBox="1"/>
          <p:nvPr/>
        </p:nvSpPr>
        <p:spPr>
          <a:xfrm>
            <a:off x="6905243" y="4388347"/>
            <a:ext cx="78739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b="1" dirty="0">
                <a:latin typeface="HY견명조" panose="02030600000101010101" pitchFamily="18" charset="-127"/>
                <a:ea typeface="HY견명조" panose="02030600000101010101" pitchFamily="18" charset="-127"/>
              </a:rPr>
              <a:t>04</a:t>
            </a:r>
          </a:p>
          <a:p>
            <a:r>
              <a:rPr lang="en-US" altLang="ko-KR" dirty="0">
                <a:latin typeface="HY견명조" panose="02030600000101010101" pitchFamily="18" charset="-127"/>
                <a:ea typeface="HY견명조" panose="02030600000101010101" pitchFamily="18" charset="-127"/>
              </a:rPr>
              <a:t>UI</a:t>
            </a:r>
            <a:endParaRPr lang="ko-KR" altLang="en-US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893036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18F48-95E2-F47B-F241-397E2D87F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4695CA-D819-5D58-7BC4-BE0AB5B35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기획 의도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C948BA-2092-7FFE-4815-0834EEB1BAF2}"/>
              </a:ext>
            </a:extLst>
          </p:cNvPr>
          <p:cNvSpPr txBox="1"/>
          <p:nvPr/>
        </p:nvSpPr>
        <p:spPr>
          <a:xfrm>
            <a:off x="509374" y="2043689"/>
            <a:ext cx="11173252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게임 캐릭터와 깊은 유대감을 형성할 수 있는 게임을 개발하고 싶음</a:t>
            </a:r>
            <a:endParaRPr lang="en-US" altLang="ko-KR" dirty="0"/>
          </a:p>
          <a:p>
            <a:r>
              <a:rPr lang="en-US" altLang="ko-KR" dirty="0"/>
              <a:t>Like </a:t>
            </a:r>
            <a:r>
              <a:rPr lang="ko-KR" altLang="en-US" dirty="0"/>
              <a:t>포켓몬</a:t>
            </a:r>
            <a:r>
              <a:rPr lang="en-US" altLang="ko-KR" dirty="0"/>
              <a:t>, </a:t>
            </a:r>
            <a:r>
              <a:rPr lang="ko-KR" altLang="en-US" dirty="0" err="1"/>
              <a:t>서브컬쳐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유대감 형성 </a:t>
            </a:r>
            <a:r>
              <a:rPr lang="en-US" altLang="ko-KR" dirty="0"/>
              <a:t>&gt;&gt; </a:t>
            </a:r>
            <a:r>
              <a:rPr lang="ko-KR" altLang="en-US" dirty="0"/>
              <a:t>많은 상호작용</a:t>
            </a:r>
            <a:r>
              <a:rPr lang="en-US" altLang="ko-KR" dirty="0"/>
              <a:t>, </a:t>
            </a:r>
            <a:r>
              <a:rPr lang="ko-KR" altLang="en-US" dirty="0"/>
              <a:t>상호 의지</a:t>
            </a:r>
            <a:r>
              <a:rPr lang="en-US" altLang="ko-KR" dirty="0"/>
              <a:t>, </a:t>
            </a:r>
            <a:r>
              <a:rPr lang="ko-KR" altLang="en-US" dirty="0"/>
              <a:t>장기 동행</a:t>
            </a:r>
            <a:r>
              <a:rPr lang="en-US" altLang="ko-KR" dirty="0"/>
              <a:t>, </a:t>
            </a:r>
            <a:r>
              <a:rPr lang="ko-KR" altLang="en-US" dirty="0"/>
              <a:t>동시 성장</a:t>
            </a:r>
            <a:endParaRPr lang="en-US" altLang="ko-KR" dirty="0"/>
          </a:p>
          <a:p>
            <a:r>
              <a:rPr lang="en-US" altLang="ko-KR" dirty="0"/>
              <a:t>&gt;&gt; </a:t>
            </a:r>
            <a:r>
              <a:rPr lang="ko-KR" altLang="en-US" dirty="0"/>
              <a:t>같은 목표를 추구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유대감을 형성하기 위해 </a:t>
            </a:r>
            <a:r>
              <a:rPr lang="ko-KR" altLang="en-US" dirty="0" err="1"/>
              <a:t>호감적인</a:t>
            </a:r>
            <a:r>
              <a:rPr lang="ko-KR" altLang="en-US" dirty="0"/>
              <a:t> 감정</a:t>
            </a:r>
            <a:r>
              <a:rPr lang="en-US" altLang="ko-KR" dirty="0"/>
              <a:t>(</a:t>
            </a:r>
            <a:r>
              <a:rPr lang="ko-KR" altLang="en-US" dirty="0"/>
              <a:t>애정</a:t>
            </a:r>
            <a:r>
              <a:rPr lang="en-US" altLang="ko-KR" dirty="0"/>
              <a:t>(</a:t>
            </a:r>
            <a:r>
              <a:rPr lang="ko-KR" altLang="en-US" dirty="0"/>
              <a:t>부</a:t>
            </a:r>
            <a:r>
              <a:rPr lang="en-US" altLang="ko-KR" dirty="0"/>
              <a:t>/</a:t>
            </a:r>
            <a:r>
              <a:rPr lang="ko-KR" altLang="en-US" dirty="0"/>
              <a:t>모성애</a:t>
            </a:r>
            <a:r>
              <a:rPr lang="en-US" altLang="ko-KR" dirty="0"/>
              <a:t>), </a:t>
            </a:r>
            <a:r>
              <a:rPr lang="ko-KR" altLang="en-US" dirty="0"/>
              <a:t>연인간의 사랑</a:t>
            </a:r>
            <a:r>
              <a:rPr lang="en-US" altLang="ko-KR" dirty="0"/>
              <a:t>, </a:t>
            </a:r>
            <a:r>
              <a:rPr lang="ko-KR" altLang="en-US" dirty="0"/>
              <a:t>보호욕구</a:t>
            </a:r>
            <a:r>
              <a:rPr lang="en-US" altLang="ko-KR" dirty="0"/>
              <a:t>)</a:t>
            </a:r>
            <a:r>
              <a:rPr lang="ko-KR" altLang="en-US" dirty="0"/>
              <a:t>을</a:t>
            </a:r>
            <a:r>
              <a:rPr lang="en-US" altLang="ko-KR" dirty="0"/>
              <a:t> </a:t>
            </a:r>
            <a:r>
              <a:rPr lang="ko-KR" altLang="en-US" dirty="0"/>
              <a:t>쉽게 이끌어내는 요소</a:t>
            </a:r>
            <a:endParaRPr lang="en-US" altLang="ko-KR" dirty="0"/>
          </a:p>
          <a:p>
            <a:r>
              <a:rPr lang="en-US" altLang="ko-KR" dirty="0"/>
              <a:t>&gt;&gt; </a:t>
            </a:r>
            <a:r>
              <a:rPr lang="ko-KR" altLang="en-US" dirty="0" err="1"/>
              <a:t>이쁜</a:t>
            </a:r>
            <a:r>
              <a:rPr lang="ko-KR" altLang="en-US" dirty="0"/>
              <a:t> </a:t>
            </a:r>
            <a:r>
              <a:rPr lang="ko-KR" altLang="en-US" dirty="0" err="1"/>
              <a:t>여캐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캐릭터를 의지하고 더욱 많이 의식 할 수 있는 배경</a:t>
            </a:r>
            <a:endParaRPr lang="en-US" altLang="ko-KR" dirty="0"/>
          </a:p>
          <a:p>
            <a:r>
              <a:rPr lang="en-US" altLang="ko-KR" dirty="0"/>
              <a:t>&gt;&gt; </a:t>
            </a:r>
            <a:r>
              <a:rPr lang="ko-KR" altLang="en-US" dirty="0"/>
              <a:t>폐쇄되고 어두운 공포감이 형성되는 장소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= </a:t>
            </a:r>
            <a:r>
              <a:rPr lang="ko-KR" altLang="en-US" dirty="0"/>
              <a:t>공포게임 </a:t>
            </a:r>
            <a:r>
              <a:rPr lang="en-US" altLang="ko-KR" dirty="0"/>
              <a:t>like </a:t>
            </a:r>
            <a:r>
              <a:rPr lang="ko-KR" altLang="en-US" dirty="0"/>
              <a:t>미사이드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이쁜</a:t>
            </a:r>
            <a:r>
              <a:rPr lang="ko-KR" altLang="en-US" dirty="0"/>
              <a:t> </a:t>
            </a:r>
            <a:r>
              <a:rPr lang="ko-KR" altLang="en-US" dirty="0" err="1"/>
              <a:t>여캐한테</a:t>
            </a:r>
            <a:r>
              <a:rPr lang="ko-KR" altLang="en-US" dirty="0"/>
              <a:t> 쉽게 호감을 느끼고 공포 게임을 즐길 수 있는 타겟층</a:t>
            </a:r>
            <a:r>
              <a:rPr lang="en-US" altLang="ko-KR" dirty="0"/>
              <a:t>(10</a:t>
            </a:r>
            <a:r>
              <a:rPr lang="ko-KR" altLang="en-US" dirty="0"/>
              <a:t>대 후반</a:t>
            </a:r>
            <a:r>
              <a:rPr lang="en-US" altLang="ko-KR" dirty="0"/>
              <a:t>~30</a:t>
            </a:r>
            <a:r>
              <a:rPr lang="ko-KR" altLang="en-US" dirty="0"/>
              <a:t>대 남성</a:t>
            </a:r>
            <a:r>
              <a:rPr lang="en-US" altLang="ko-K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038094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995A6-A53F-A458-9E44-C89A57980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786F03-7938-AFA6-EA6A-013F6F96F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기획 의도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627EFE-DE3A-C0F3-53BC-6B66E4F644E6}"/>
              </a:ext>
            </a:extLst>
          </p:cNvPr>
          <p:cNvSpPr txBox="1"/>
          <p:nvPr/>
        </p:nvSpPr>
        <p:spPr>
          <a:xfrm>
            <a:off x="511217" y="1526992"/>
            <a:ext cx="8331127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어떤 공포감을 줄 것 인가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r>
              <a:rPr lang="ko-KR" altLang="en-US" dirty="0"/>
              <a:t>공포감의 상승 요소인 </a:t>
            </a:r>
            <a:r>
              <a:rPr lang="en-US" altLang="ko-KR" dirty="0"/>
              <a:t>‘</a:t>
            </a:r>
            <a:r>
              <a:rPr lang="ko-KR" altLang="en-US" dirty="0" err="1"/>
              <a:t>몰입감</a:t>
            </a:r>
            <a:r>
              <a:rPr lang="en-US" altLang="ko-KR" dirty="0"/>
              <a:t>＇</a:t>
            </a:r>
            <a:r>
              <a:rPr lang="ko-KR" altLang="en-US" dirty="0"/>
              <a:t>을 강화하기 위한 </a:t>
            </a:r>
            <a:r>
              <a:rPr lang="en-US" altLang="ko-KR" dirty="0"/>
              <a:t>‘</a:t>
            </a:r>
            <a:r>
              <a:rPr lang="ko-KR" altLang="en-US" dirty="0"/>
              <a:t>일상적인 공포요소</a:t>
            </a:r>
            <a:r>
              <a:rPr lang="en-US" altLang="ko-KR" dirty="0"/>
              <a:t>＇</a:t>
            </a:r>
            <a:r>
              <a:rPr lang="ko-KR" altLang="en-US" dirty="0"/>
              <a:t>의 활용</a:t>
            </a:r>
            <a:endParaRPr lang="en-US" altLang="ko-KR" dirty="0"/>
          </a:p>
          <a:p>
            <a:r>
              <a:rPr lang="en-US" altLang="ko-KR" dirty="0"/>
              <a:t>(ex. </a:t>
            </a:r>
            <a:r>
              <a:rPr lang="ko-KR" altLang="en-US" dirty="0"/>
              <a:t>어두운 밤 골목길</a:t>
            </a:r>
            <a:r>
              <a:rPr lang="en-US" altLang="ko-KR" dirty="0"/>
              <a:t>, </a:t>
            </a:r>
            <a:r>
              <a:rPr lang="ko-KR" altLang="en-US" dirty="0"/>
              <a:t>밤에 </a:t>
            </a:r>
            <a:r>
              <a:rPr lang="ko-KR" altLang="en-US" dirty="0" err="1"/>
              <a:t>머리감다가</a:t>
            </a:r>
            <a:r>
              <a:rPr lang="ko-KR" altLang="en-US" dirty="0"/>
              <a:t> 흠칫</a:t>
            </a:r>
            <a:r>
              <a:rPr lang="en-US" altLang="ko-KR" dirty="0"/>
              <a:t>, </a:t>
            </a:r>
            <a:r>
              <a:rPr lang="ko-KR" altLang="en-US" dirty="0"/>
              <a:t>아무도 없는 길거리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= </a:t>
            </a:r>
            <a:r>
              <a:rPr lang="ko-KR" altLang="en-US" dirty="0"/>
              <a:t>인지 범위 밖에서 오는 위협에 대한 두려움</a:t>
            </a:r>
            <a:endParaRPr lang="en-US" altLang="ko-KR" dirty="0"/>
          </a:p>
          <a:p>
            <a:r>
              <a:rPr lang="en-US" altLang="ko-KR" dirty="0"/>
              <a:t>= </a:t>
            </a:r>
            <a:r>
              <a:rPr lang="ko-KR" altLang="en-US" dirty="0"/>
              <a:t>예측이 불가능한 현상에 대한 두려움</a:t>
            </a:r>
            <a:endParaRPr lang="en-US" altLang="ko-KR" dirty="0"/>
          </a:p>
          <a:p>
            <a:r>
              <a:rPr lang="en-US" altLang="ko-KR" dirty="0"/>
              <a:t>&gt;&gt; </a:t>
            </a:r>
            <a:r>
              <a:rPr lang="ko-KR" altLang="en-US" dirty="0"/>
              <a:t>불 꺼진 백화점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불꺼진</a:t>
            </a:r>
            <a:r>
              <a:rPr lang="ko-KR" altLang="en-US" dirty="0"/>
              <a:t> 백화점 </a:t>
            </a:r>
            <a:r>
              <a:rPr lang="en-US" altLang="ko-KR" dirty="0"/>
              <a:t>+ </a:t>
            </a:r>
            <a:r>
              <a:rPr lang="ko-KR" altLang="en-US" dirty="0"/>
              <a:t>폐쇄적 환경 </a:t>
            </a:r>
            <a:r>
              <a:rPr lang="en-US" altLang="ko-KR" dirty="0"/>
              <a:t>= ?</a:t>
            </a:r>
          </a:p>
          <a:p>
            <a:r>
              <a:rPr lang="en-US" altLang="ko-KR" dirty="0"/>
              <a:t>&gt;&gt; </a:t>
            </a:r>
            <a:r>
              <a:rPr lang="ko-KR" altLang="en-US" dirty="0"/>
              <a:t>화재 사건이라는 정전 요소 합리화 및 방화 셔터를 통한 폐쇄적 환경 구성</a:t>
            </a:r>
            <a:endParaRPr lang="en-US" altLang="ko-KR" dirty="0"/>
          </a:p>
          <a:p>
            <a:r>
              <a:rPr lang="en-US" altLang="ko-KR" dirty="0"/>
              <a:t>&gt;&gt; </a:t>
            </a:r>
            <a:r>
              <a:rPr lang="ko-KR" altLang="en-US" dirty="0"/>
              <a:t>화재 사건이 일어난 백화점 내부</a:t>
            </a:r>
            <a:endParaRPr lang="en-US" altLang="ko-K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E612BE-B89B-5465-2417-9972BBD16E30}"/>
              </a:ext>
            </a:extLst>
          </p:cNvPr>
          <p:cNvSpPr txBox="1"/>
          <p:nvPr/>
        </p:nvSpPr>
        <p:spPr>
          <a:xfrm>
            <a:off x="511217" y="4836881"/>
            <a:ext cx="11237372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기존 공포게임의 공포 요소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예측 불가능한 점프스퀘어</a:t>
            </a:r>
            <a:r>
              <a:rPr lang="en-US" altLang="ko-KR" dirty="0"/>
              <a:t> &gt;&gt; </a:t>
            </a:r>
            <a:r>
              <a:rPr lang="ko-KR" altLang="en-US" dirty="0"/>
              <a:t>놀람에 대비한 긴장감</a:t>
            </a:r>
            <a:r>
              <a:rPr lang="en-US" altLang="ko-KR" dirty="0"/>
              <a:t>, </a:t>
            </a:r>
            <a:r>
              <a:rPr lang="ko-KR" altLang="en-US" dirty="0"/>
              <a:t>놀람 이후 </a:t>
            </a:r>
            <a:r>
              <a:rPr lang="ko-KR" altLang="en-US" dirty="0" err="1"/>
              <a:t>몰입감</a:t>
            </a:r>
            <a:r>
              <a:rPr lang="en-US" altLang="ko-KR" dirty="0"/>
              <a:t>, </a:t>
            </a:r>
            <a:r>
              <a:rPr lang="ko-KR" altLang="en-US" dirty="0"/>
              <a:t>긴장감 사라짐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놀람 이후에도 몰입감과 긴장감을 유지하는 요소에 대한 필요성</a:t>
            </a:r>
            <a:r>
              <a:rPr lang="en-US" altLang="ko-KR" dirty="0"/>
              <a:t> &gt;&gt; </a:t>
            </a:r>
            <a:r>
              <a:rPr lang="ko-KR" altLang="en-US" dirty="0"/>
              <a:t>공포 요소와 </a:t>
            </a:r>
            <a:r>
              <a:rPr lang="en-US" altLang="ko-KR" dirty="0"/>
              <a:t>‘</a:t>
            </a:r>
            <a:r>
              <a:rPr lang="ko-KR" altLang="en-US" dirty="0"/>
              <a:t>대치</a:t>
            </a:r>
            <a:r>
              <a:rPr lang="en-US" altLang="ko-KR" dirty="0"/>
              <a:t>＇</a:t>
            </a:r>
            <a:r>
              <a:rPr lang="ko-KR" altLang="en-US" dirty="0"/>
              <a:t>하여 긴장감을 유지</a:t>
            </a:r>
            <a:endParaRPr lang="en-US" altLang="ko-KR" dirty="0"/>
          </a:p>
          <a:p>
            <a:r>
              <a:rPr lang="ko-KR" altLang="en-US" dirty="0"/>
              <a:t>공포 요소 인지 </a:t>
            </a:r>
            <a:r>
              <a:rPr lang="en-US" altLang="ko-KR" dirty="0"/>
              <a:t>&gt; </a:t>
            </a:r>
            <a:r>
              <a:rPr lang="ko-KR" altLang="en-US" dirty="0"/>
              <a:t>대치</a:t>
            </a:r>
            <a:r>
              <a:rPr lang="en-US" altLang="ko-KR" dirty="0"/>
              <a:t>(</a:t>
            </a:r>
            <a:r>
              <a:rPr lang="ko-KR" altLang="en-US" dirty="0"/>
              <a:t>기존 공포게임은 플레이어에게 수동적으로 작용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en-US" altLang="ko-KR" dirty="0"/>
              <a:t>&gt; </a:t>
            </a:r>
            <a:r>
              <a:rPr lang="ko-KR" altLang="en-US" dirty="0"/>
              <a:t>공포를 마주할 각오</a:t>
            </a:r>
            <a:endParaRPr lang="en-US" altLang="ko-KR" dirty="0"/>
          </a:p>
          <a:p>
            <a:r>
              <a:rPr lang="en-US" altLang="ko-KR" dirty="0"/>
              <a:t>= </a:t>
            </a:r>
            <a:r>
              <a:rPr lang="ko-KR" altLang="en-US" dirty="0"/>
              <a:t>인지 범위 밖에선 </a:t>
            </a:r>
            <a:r>
              <a:rPr lang="ko-KR" altLang="en-US" dirty="0" err="1"/>
              <a:t>예측불가하게</a:t>
            </a:r>
            <a:r>
              <a:rPr lang="ko-KR" altLang="en-US" dirty="0"/>
              <a:t> 다가오고 인지 범위 내에선 대치가 가능한 </a:t>
            </a:r>
            <a:r>
              <a:rPr lang="en-US" altLang="ko-KR" dirty="0"/>
              <a:t>‘</a:t>
            </a:r>
            <a:r>
              <a:rPr lang="ko-KR" altLang="en-US" dirty="0"/>
              <a:t>우는 천사</a:t>
            </a:r>
            <a:r>
              <a:rPr lang="en-US" altLang="ko-KR" dirty="0"/>
              <a:t>’</a:t>
            </a:r>
            <a:r>
              <a:rPr lang="ko-KR" altLang="en-US" dirty="0"/>
              <a:t> 형 공포 요소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7443639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C0EA4-3DCA-60ED-9FBF-579D3E596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34393C-76FB-24B4-94C9-C11E20D1A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기획 의도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BD2B13-C16C-87DD-20DD-A44D66A5E42A}"/>
              </a:ext>
            </a:extLst>
          </p:cNvPr>
          <p:cNvSpPr txBox="1"/>
          <p:nvPr/>
        </p:nvSpPr>
        <p:spPr>
          <a:xfrm>
            <a:off x="297208" y="2033962"/>
            <a:ext cx="5732660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우는 천사의 단점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시야 확보를 위한 느린 진행 및</a:t>
            </a:r>
            <a:endParaRPr lang="en-US" altLang="ko-KR" dirty="0"/>
          </a:p>
          <a:p>
            <a:r>
              <a:rPr lang="ko-KR" altLang="en-US" dirty="0"/>
              <a:t>잦은 화면 회전으로 인한 어지럼증 유발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우는 천사를 주시하며 이동하는 이동 </a:t>
            </a:r>
            <a:r>
              <a:rPr lang="ko-KR" altLang="en-US" dirty="0" err="1"/>
              <a:t>불편성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후방 미주시로 인한 불합리적 게임 오버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잦은 재도전으로 인한 게임 플레이 유지 동기 하락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&gt;&gt; </a:t>
            </a:r>
            <a:r>
              <a:rPr lang="ko-KR" altLang="en-US" dirty="0"/>
              <a:t>후방을 주시해주는 동료 캐릭터 </a:t>
            </a:r>
            <a:r>
              <a:rPr lang="en-US" altLang="ko-KR" dirty="0"/>
              <a:t>( </a:t>
            </a:r>
            <a:r>
              <a:rPr lang="ko-KR" altLang="en-US" dirty="0" err="1"/>
              <a:t>이쁜</a:t>
            </a:r>
            <a:r>
              <a:rPr lang="ko-KR" altLang="en-US" dirty="0"/>
              <a:t> </a:t>
            </a:r>
            <a:r>
              <a:rPr lang="ko-KR" altLang="en-US" dirty="0" err="1"/>
              <a:t>여캐</a:t>
            </a:r>
            <a:r>
              <a:rPr lang="ko-KR" altLang="en-US" dirty="0"/>
              <a:t> </a:t>
            </a:r>
            <a:r>
              <a:rPr lang="en-US" altLang="ko-KR" dirty="0"/>
              <a:t>)</a:t>
            </a:r>
            <a:endParaRPr lang="ko-KR" altLang="en-US" dirty="0"/>
          </a:p>
          <a:p>
            <a:r>
              <a:rPr lang="en-US" altLang="ko-KR" dirty="0"/>
              <a:t>&gt;&gt;</a:t>
            </a:r>
            <a:r>
              <a:rPr lang="ko-KR" altLang="en-US" dirty="0"/>
              <a:t> 상호 의지를 통한 더 깊은 유대감</a:t>
            </a:r>
            <a:r>
              <a:rPr lang="en-US" altLang="ko-KR" dirty="0"/>
              <a:t>, </a:t>
            </a:r>
            <a:r>
              <a:rPr lang="ko-KR" altLang="en-US" dirty="0"/>
              <a:t>애정</a:t>
            </a:r>
            <a:r>
              <a:rPr lang="en-US" altLang="ko-KR" dirty="0"/>
              <a:t>, </a:t>
            </a:r>
            <a:r>
              <a:rPr lang="ko-KR" altLang="en-US" dirty="0"/>
              <a:t>감정 형성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2072596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4D349-A135-FF53-CAE8-FDBAA50EF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AD81FD-1CAF-6527-0940-E849D73D7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기획 의도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6D91917C-7604-D7DE-6792-FBD60A26E831}"/>
              </a:ext>
            </a:extLst>
          </p:cNvPr>
          <p:cNvCxnSpPr>
            <a:cxnSpLocks/>
          </p:cNvCxnSpPr>
          <p:nvPr/>
        </p:nvCxnSpPr>
        <p:spPr>
          <a:xfrm>
            <a:off x="6091031" y="2047875"/>
            <a:ext cx="0" cy="4308475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FB6B22D-8D49-8BC2-0795-9BBDEC745355}"/>
              </a:ext>
            </a:extLst>
          </p:cNvPr>
          <p:cNvSpPr txBox="1"/>
          <p:nvPr/>
        </p:nvSpPr>
        <p:spPr>
          <a:xfrm>
            <a:off x="511217" y="2909451"/>
            <a:ext cx="542488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고의적인 </a:t>
            </a:r>
            <a:r>
              <a:rPr lang="ko-KR" altLang="en-US" dirty="0" err="1"/>
              <a:t>점프스케어</a:t>
            </a:r>
            <a:r>
              <a:rPr lang="ko-KR" altLang="en-US" dirty="0"/>
              <a:t> 요소 제거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잦고 적나라한 </a:t>
            </a:r>
            <a:r>
              <a:rPr lang="ko-KR" altLang="en-US" dirty="0" err="1"/>
              <a:t>점프스케어는</a:t>
            </a:r>
            <a:r>
              <a:rPr lang="ko-KR" altLang="en-US" dirty="0"/>
              <a:t> 게임의 몰입을 해침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연출적</a:t>
            </a:r>
            <a:r>
              <a:rPr lang="ko-KR" altLang="en-US" dirty="0"/>
              <a:t> 부분에서만 </a:t>
            </a:r>
            <a:r>
              <a:rPr lang="ko-KR" altLang="en-US" dirty="0" err="1"/>
              <a:t>점프스케어</a:t>
            </a:r>
            <a:r>
              <a:rPr lang="ko-KR" altLang="en-US" dirty="0"/>
              <a:t> 요소를 사용하여</a:t>
            </a:r>
            <a:endParaRPr lang="en-US" altLang="ko-KR" dirty="0"/>
          </a:p>
          <a:p>
            <a:r>
              <a:rPr lang="ko-KR" altLang="en-US" dirty="0"/>
              <a:t>플레이 중 공포 게임이 가진 긴장감</a:t>
            </a:r>
            <a:r>
              <a:rPr lang="en-US" altLang="ko-KR" dirty="0"/>
              <a:t>, </a:t>
            </a:r>
            <a:r>
              <a:rPr lang="ko-KR" altLang="en-US" dirty="0"/>
              <a:t>몰입감은 유지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&gt;&gt;</a:t>
            </a:r>
            <a:r>
              <a:rPr lang="ko-KR" altLang="en-US" dirty="0"/>
              <a:t>공포 요소가 가미된 탈출 게임</a:t>
            </a:r>
            <a:endParaRPr lang="en-US" altLang="ko-K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57FF6E-6367-7B53-CA6F-DBCCB3E96333}"/>
              </a:ext>
            </a:extLst>
          </p:cNvPr>
          <p:cNvSpPr txBox="1"/>
          <p:nvPr/>
        </p:nvSpPr>
        <p:spPr>
          <a:xfrm>
            <a:off x="6456305" y="4407372"/>
            <a:ext cx="489749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현실적인 배경에서 비현실적인 상황으로 인한</a:t>
            </a:r>
            <a:endParaRPr lang="en-US" altLang="ko-KR" dirty="0"/>
          </a:p>
          <a:p>
            <a:r>
              <a:rPr lang="ko-KR" altLang="en-US" dirty="0"/>
              <a:t>괴리감을 통한 긴장</a:t>
            </a:r>
            <a:r>
              <a:rPr lang="en-US" altLang="ko-KR" dirty="0"/>
              <a:t>, </a:t>
            </a:r>
            <a:r>
              <a:rPr lang="ko-KR" altLang="en-US" dirty="0"/>
              <a:t>두려움과 두근거림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위 상황에서 동료 캐릭터와 살아남으며</a:t>
            </a:r>
            <a:endParaRPr lang="en-US" altLang="ko-KR" dirty="0"/>
          </a:p>
          <a:p>
            <a:r>
              <a:rPr lang="ko-KR" altLang="en-US" dirty="0"/>
              <a:t>동료애</a:t>
            </a:r>
            <a:r>
              <a:rPr lang="en-US" altLang="ko-KR" dirty="0"/>
              <a:t>, </a:t>
            </a:r>
            <a:r>
              <a:rPr lang="ko-KR" altLang="en-US" dirty="0"/>
              <a:t>신뢰</a:t>
            </a:r>
            <a:r>
              <a:rPr lang="en-US" altLang="ko-KR" dirty="0"/>
              <a:t>, </a:t>
            </a:r>
            <a:r>
              <a:rPr lang="ko-KR" altLang="en-US" dirty="0"/>
              <a:t>우정</a:t>
            </a:r>
            <a:r>
              <a:rPr lang="en-US" altLang="ko-KR" dirty="0"/>
              <a:t>, </a:t>
            </a:r>
            <a:r>
              <a:rPr lang="ko-KR" altLang="en-US" dirty="0"/>
              <a:t>애정과 같은 유대감 강화</a:t>
            </a:r>
            <a:endParaRPr lang="en-US" altLang="ko-KR" dirty="0"/>
          </a:p>
        </p:txBody>
      </p:sp>
      <p:pic>
        <p:nvPicPr>
          <p:cNvPr id="8" name="그림 7" descr="실내, 욕실, 스크린샷, 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F6BFC95-55F8-AA2A-E69F-3E130CB3AF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6815" y="2034569"/>
            <a:ext cx="2893910" cy="2167543"/>
          </a:xfrm>
          <a:prstGeom prst="rect">
            <a:avLst/>
          </a:prstGeom>
        </p:spPr>
      </p:pic>
      <p:pic>
        <p:nvPicPr>
          <p:cNvPr id="10" name="그림 9" descr="사람, 의류, 인간의 얼굴, 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CB0FE1C-E676-4D4D-177C-02CBD7408F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4405" y="3014818"/>
            <a:ext cx="1520328" cy="1187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5213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FF453-F68D-40C9-ECBA-32B4095EF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5C5169-66A1-C4E0-0D62-BE2677524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게임 정보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10B3267E-38A9-83E9-732D-7B9ABA4B907A}"/>
              </a:ext>
            </a:extLst>
          </p:cNvPr>
          <p:cNvCxnSpPr>
            <a:cxnSpLocks/>
          </p:cNvCxnSpPr>
          <p:nvPr/>
        </p:nvCxnSpPr>
        <p:spPr>
          <a:xfrm>
            <a:off x="6091031" y="2047875"/>
            <a:ext cx="0" cy="4308475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4151151-E460-B964-BCE6-F9858993F6B2}"/>
              </a:ext>
            </a:extLst>
          </p:cNvPr>
          <p:cNvSpPr txBox="1"/>
          <p:nvPr/>
        </p:nvSpPr>
        <p:spPr>
          <a:xfrm>
            <a:off x="1566378" y="2632452"/>
            <a:ext cx="2748253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제목</a:t>
            </a:r>
            <a:endParaRPr lang="en-US" altLang="ko-KR" dirty="0"/>
          </a:p>
          <a:p>
            <a:r>
              <a:rPr lang="ko-KR" altLang="en-US" dirty="0"/>
              <a:t>백화점 화재 사건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장르</a:t>
            </a:r>
            <a:endParaRPr lang="en-US" altLang="ko-KR" dirty="0"/>
          </a:p>
          <a:p>
            <a:r>
              <a:rPr lang="en-US" altLang="ko-KR" dirty="0"/>
              <a:t>3D 1</a:t>
            </a:r>
            <a:r>
              <a:rPr lang="ko-KR" altLang="en-US" dirty="0"/>
              <a:t>인칭 공포 탈출 </a:t>
            </a:r>
            <a:r>
              <a:rPr lang="en-US" altLang="ko-KR" dirty="0"/>
              <a:t>RPG</a:t>
            </a:r>
          </a:p>
          <a:p>
            <a:endParaRPr lang="en-US" altLang="ko-KR" dirty="0"/>
          </a:p>
          <a:p>
            <a:r>
              <a:rPr lang="ko-KR" altLang="en-US" dirty="0"/>
              <a:t>플랫폼</a:t>
            </a:r>
            <a:endParaRPr lang="en-US" altLang="ko-KR" dirty="0"/>
          </a:p>
          <a:p>
            <a:r>
              <a:rPr lang="en-US" altLang="ko-KR" dirty="0"/>
              <a:t>PC</a:t>
            </a:r>
          </a:p>
          <a:p>
            <a:endParaRPr lang="en-US" altLang="ko-KR" dirty="0"/>
          </a:p>
          <a:p>
            <a:r>
              <a:rPr lang="ko-KR" altLang="en-US" dirty="0"/>
              <a:t>이용연령</a:t>
            </a:r>
            <a:endParaRPr lang="en-US" altLang="ko-KR" dirty="0"/>
          </a:p>
          <a:p>
            <a:r>
              <a:rPr lang="en-US" altLang="ko-KR" dirty="0"/>
              <a:t>19</a:t>
            </a:r>
            <a:r>
              <a:rPr lang="ko-KR" altLang="en-US" dirty="0"/>
              <a:t>세 이상</a:t>
            </a:r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1382C1-0A48-D4C9-20C5-573E58830E51}"/>
              </a:ext>
            </a:extLst>
          </p:cNvPr>
          <p:cNvSpPr txBox="1"/>
          <p:nvPr/>
        </p:nvSpPr>
        <p:spPr>
          <a:xfrm>
            <a:off x="6766737" y="2909451"/>
            <a:ext cx="465629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화재사건으로 인해 방화 셔터가 작동하여 미로처럼 변한 백화점 내부에서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동료 캐릭터와 함께 행동하며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‘</a:t>
            </a:r>
            <a:r>
              <a:rPr lang="ko-KR" altLang="en-US" dirty="0"/>
              <a:t>마네킹</a:t>
            </a:r>
            <a:r>
              <a:rPr lang="en-US" altLang="ko-KR" dirty="0"/>
              <a:t>’</a:t>
            </a:r>
            <a:r>
              <a:rPr lang="ko-KR" altLang="en-US" dirty="0"/>
              <a:t>이라 불리는 </a:t>
            </a:r>
            <a:r>
              <a:rPr lang="ko-KR" altLang="en-US" dirty="0" err="1"/>
              <a:t>크리쳐들에게서</a:t>
            </a:r>
            <a:r>
              <a:rPr lang="ko-KR" altLang="en-US" dirty="0"/>
              <a:t> 살아남아 탈출하거나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화재사건의 진상을 밝혀 해결하는 게임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4896580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63CC32-A8F0-0F9E-CCA9-CCFEAF8AB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08E76B-7CA5-7088-A9D5-F0A9B5717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게임 정보 </a:t>
            </a:r>
            <a:r>
              <a:rPr lang="en-US" altLang="ko-KR" dirty="0"/>
              <a:t>: </a:t>
            </a:r>
            <a:r>
              <a:rPr lang="ko-KR" altLang="en-US" dirty="0"/>
              <a:t>배경 스토리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0AE032-4B85-A524-8BCB-E623D0978B32}"/>
              </a:ext>
            </a:extLst>
          </p:cNvPr>
          <p:cNvSpPr txBox="1"/>
          <p:nvPr/>
        </p:nvSpPr>
        <p:spPr>
          <a:xfrm>
            <a:off x="518628" y="1809094"/>
            <a:ext cx="830708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인간 백화점</a:t>
            </a:r>
            <a:endParaRPr lang="en-US" altLang="ko-KR" dirty="0"/>
          </a:p>
          <a:p>
            <a:r>
              <a:rPr lang="ko-KR" altLang="en-US" dirty="0"/>
              <a:t>원재료 수급을 위해서 주기적으로 화재 사건을 꾸며내어 인간 고객들을 납치함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주인공은 운 나쁘게 그 주기에 걸림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같은 매장에 있던 여자 손님과 함께 탈출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1532708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9284E-8D47-DF95-C135-4720C0D11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D5714052-1FCB-D77C-388A-80EA5F509AF5}"/>
              </a:ext>
            </a:extLst>
          </p:cNvPr>
          <p:cNvSpPr txBox="1"/>
          <p:nvPr/>
        </p:nvSpPr>
        <p:spPr>
          <a:xfrm>
            <a:off x="4743777" y="5912660"/>
            <a:ext cx="11897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미사이드</a:t>
            </a:r>
            <a:endParaRPr lang="en-US" altLang="ko-KR" dirty="0"/>
          </a:p>
          <a:p>
            <a:r>
              <a:rPr lang="ko-KR" altLang="en-US" dirty="0"/>
              <a:t>더미 </a:t>
            </a:r>
            <a:r>
              <a:rPr lang="ko-KR" altLang="en-US" dirty="0" err="1"/>
              <a:t>미타</a:t>
            </a:r>
            <a:endParaRPr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D4D68985-07DD-9975-6D87-99C40053E5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5154" y="3073087"/>
            <a:ext cx="1546994" cy="2453853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65AA89AD-A59D-EBDA-0DF7-EBEB9E6FDC5F}"/>
              </a:ext>
            </a:extLst>
          </p:cNvPr>
          <p:cNvGrpSpPr/>
          <p:nvPr/>
        </p:nvGrpSpPr>
        <p:grpSpPr>
          <a:xfrm>
            <a:off x="6408162" y="2706665"/>
            <a:ext cx="2790825" cy="3186697"/>
            <a:chOff x="8742604" y="3079750"/>
            <a:chExt cx="2790825" cy="3186697"/>
          </a:xfrm>
        </p:grpSpPr>
        <p:pic>
          <p:nvPicPr>
            <p:cNvPr id="1032" name="Picture 8" descr="우는 천사 - 나무위키">
              <a:extLst>
                <a:ext uri="{FF2B5EF4-FFF2-40B4-BE49-F238E27FC236}">
                  <a16:creationId xmlns:a16="http://schemas.microsoft.com/office/drawing/2014/main" id="{F61AD7D9-C462-E8BA-51BF-D7251E5698A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42604" y="3079750"/>
              <a:ext cx="2790825" cy="16383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6" name="Picture 12" descr="닥터 후: 시즌3 10화 '블링크(우는 천사)' 리뷰 : 네이버 블로그">
              <a:extLst>
                <a:ext uri="{FF2B5EF4-FFF2-40B4-BE49-F238E27FC236}">
                  <a16:creationId xmlns:a16="http://schemas.microsoft.com/office/drawing/2014/main" id="{7AAB87D1-8E85-9B41-C244-993BF50F864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42605" y="4718050"/>
              <a:ext cx="2790824" cy="15483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B0170370-BE9D-9219-193F-657D353C3E97}"/>
              </a:ext>
            </a:extLst>
          </p:cNvPr>
          <p:cNvSpPr txBox="1"/>
          <p:nvPr/>
        </p:nvSpPr>
        <p:spPr>
          <a:xfrm>
            <a:off x="6976991" y="5912660"/>
            <a:ext cx="16514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닥터후</a:t>
            </a:r>
            <a:r>
              <a:rPr lang="ko-KR" altLang="en-US" dirty="0"/>
              <a:t> 시리즈</a:t>
            </a:r>
            <a:endParaRPr lang="en-US" altLang="ko-KR" dirty="0"/>
          </a:p>
          <a:p>
            <a:r>
              <a:rPr lang="ko-KR" altLang="en-US" dirty="0"/>
              <a:t>우는 천사</a:t>
            </a:r>
            <a:endParaRPr lang="en-US" altLang="ko-KR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1EB6641-7A93-E512-CFFF-8A8FCC5A7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게임 정보 </a:t>
            </a:r>
            <a:r>
              <a:rPr lang="en-US" altLang="ko-KR" dirty="0"/>
              <a:t>: </a:t>
            </a:r>
            <a:r>
              <a:rPr lang="ko-KR" altLang="en-US" dirty="0"/>
              <a:t>컨셉 레퍼런스</a:t>
            </a:r>
          </a:p>
        </p:txBody>
      </p:sp>
      <p:pic>
        <p:nvPicPr>
          <p:cNvPr id="1026" name="Picture 2" descr="Steam의 DON'T LOOK AWAY">
            <a:extLst>
              <a:ext uri="{FF2B5EF4-FFF2-40B4-BE49-F238E27FC236}">
                <a16:creationId xmlns:a16="http://schemas.microsoft.com/office/drawing/2014/main" id="{A101065E-E479-E6F7-5CE5-89730D03F0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271" y="3461567"/>
            <a:ext cx="3605869" cy="16768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cp-173 땅콩이 : 네이버 블로그">
            <a:extLst>
              <a:ext uri="{FF2B5EF4-FFF2-40B4-BE49-F238E27FC236}">
                <a16:creationId xmlns:a16="http://schemas.microsoft.com/office/drawing/2014/main" id="{CA15BC9D-1BDA-EE64-3F8A-C3E05710D5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5002" y="2706665"/>
            <a:ext cx="2230162" cy="3186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4F0AE35-B023-168E-26FD-F44AAAE16694}"/>
              </a:ext>
            </a:extLst>
          </p:cNvPr>
          <p:cNvSpPr txBox="1"/>
          <p:nvPr/>
        </p:nvSpPr>
        <p:spPr>
          <a:xfrm>
            <a:off x="1443329" y="5912660"/>
            <a:ext cx="20457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hlinkClick r:id="rId7"/>
              </a:rPr>
              <a:t>Don’t Look Away</a:t>
            </a:r>
            <a:endParaRPr lang="en-US" altLang="ko-KR" dirty="0"/>
          </a:p>
          <a:p>
            <a:r>
              <a:rPr lang="en-US" altLang="ko-KR" dirty="0"/>
              <a:t>1:1 </a:t>
            </a:r>
            <a:r>
              <a:rPr lang="en-US" altLang="ko-KR" dirty="0" err="1"/>
              <a:t>pvp</a:t>
            </a:r>
            <a:r>
              <a:rPr lang="ko-KR" altLang="en-US" dirty="0"/>
              <a:t> 공포 게임</a:t>
            </a:r>
            <a:endParaRPr lang="en-US" altLang="ko-KR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3287A12-422F-2C51-78F2-8DCE6D862A8A}"/>
              </a:ext>
            </a:extLst>
          </p:cNvPr>
          <p:cNvSpPr txBox="1"/>
          <p:nvPr/>
        </p:nvSpPr>
        <p:spPr>
          <a:xfrm>
            <a:off x="9934006" y="6189659"/>
            <a:ext cx="13521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Scp-173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8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A93BB-EC72-924D-96BA-9246A92C2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04AC5102-4E58-3D59-D48A-8A3BFEB33F33}"/>
              </a:ext>
            </a:extLst>
          </p:cNvPr>
          <p:cNvSpPr/>
          <p:nvPr/>
        </p:nvSpPr>
        <p:spPr>
          <a:xfrm>
            <a:off x="5347592" y="4151251"/>
            <a:ext cx="194762" cy="1529852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평행 사변형 9">
            <a:extLst>
              <a:ext uri="{FF2B5EF4-FFF2-40B4-BE49-F238E27FC236}">
                <a16:creationId xmlns:a16="http://schemas.microsoft.com/office/drawing/2014/main" id="{96904A64-4A5D-5F85-A706-C34311B3D7F5}"/>
              </a:ext>
            </a:extLst>
          </p:cNvPr>
          <p:cNvSpPr/>
          <p:nvPr/>
        </p:nvSpPr>
        <p:spPr>
          <a:xfrm>
            <a:off x="382052" y="4468437"/>
            <a:ext cx="5303520" cy="895481"/>
          </a:xfrm>
          <a:prstGeom prst="parallelogram">
            <a:avLst>
              <a:gd name="adj" fmla="val 115877"/>
            </a:avLst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1" name="평행 사변형 130">
            <a:extLst>
              <a:ext uri="{FF2B5EF4-FFF2-40B4-BE49-F238E27FC236}">
                <a16:creationId xmlns:a16="http://schemas.microsoft.com/office/drawing/2014/main" id="{7F8354B6-7CA9-7E8D-9914-1B5F5D816601}"/>
              </a:ext>
            </a:extLst>
          </p:cNvPr>
          <p:cNvSpPr/>
          <p:nvPr/>
        </p:nvSpPr>
        <p:spPr>
          <a:xfrm>
            <a:off x="3928724" y="4173644"/>
            <a:ext cx="727015" cy="1073331"/>
          </a:xfrm>
          <a:prstGeom prst="parallelogram">
            <a:avLst>
              <a:gd name="adj" fmla="val 78229"/>
            </a:avLst>
          </a:prstGeom>
          <a:solidFill>
            <a:schemeClr val="accent6">
              <a:lumMod val="75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F64867D-F89E-36CB-CA90-FC7369057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게임 정보 </a:t>
            </a:r>
            <a:r>
              <a:rPr lang="en-US" altLang="ko-KR" dirty="0"/>
              <a:t>:</a:t>
            </a:r>
            <a:r>
              <a:rPr lang="ko-KR" altLang="en-US" dirty="0"/>
              <a:t> 플레이 흐름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6429CC7E-30B0-F0C3-2DFC-A14335CAF6D9}"/>
              </a:ext>
            </a:extLst>
          </p:cNvPr>
          <p:cNvCxnSpPr>
            <a:cxnSpLocks/>
          </p:cNvCxnSpPr>
          <p:nvPr/>
        </p:nvCxnSpPr>
        <p:spPr>
          <a:xfrm>
            <a:off x="6091031" y="2047875"/>
            <a:ext cx="0" cy="4308475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평행 사변형 32">
            <a:extLst>
              <a:ext uri="{FF2B5EF4-FFF2-40B4-BE49-F238E27FC236}">
                <a16:creationId xmlns:a16="http://schemas.microsoft.com/office/drawing/2014/main" id="{BD974565-B94F-951F-EF63-884872706FE7}"/>
              </a:ext>
            </a:extLst>
          </p:cNvPr>
          <p:cNvSpPr/>
          <p:nvPr/>
        </p:nvSpPr>
        <p:spPr>
          <a:xfrm flipH="1">
            <a:off x="2452435" y="3740823"/>
            <a:ext cx="813500" cy="1073331"/>
          </a:xfrm>
          <a:prstGeom prst="parallelogram">
            <a:avLst>
              <a:gd name="adj" fmla="val 69599"/>
            </a:avLst>
          </a:prstGeom>
          <a:solidFill>
            <a:schemeClr val="accent6">
              <a:lumMod val="75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1" name="평행 사변형 30">
            <a:extLst>
              <a:ext uri="{FF2B5EF4-FFF2-40B4-BE49-F238E27FC236}">
                <a16:creationId xmlns:a16="http://schemas.microsoft.com/office/drawing/2014/main" id="{51C9390A-68AE-063C-123D-5E6FF294C693}"/>
              </a:ext>
            </a:extLst>
          </p:cNvPr>
          <p:cNvSpPr/>
          <p:nvPr/>
        </p:nvSpPr>
        <p:spPr>
          <a:xfrm flipH="1">
            <a:off x="2246966" y="3885681"/>
            <a:ext cx="813500" cy="1073331"/>
          </a:xfrm>
          <a:prstGeom prst="parallelogram">
            <a:avLst>
              <a:gd name="adj" fmla="val 69355"/>
            </a:avLst>
          </a:prstGeom>
          <a:solidFill>
            <a:schemeClr val="accent6">
              <a:lumMod val="75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EEEEB8A-4863-58B1-CDFA-E3E8C3DABB71}"/>
              </a:ext>
            </a:extLst>
          </p:cNvPr>
          <p:cNvSpPr/>
          <p:nvPr/>
        </p:nvSpPr>
        <p:spPr>
          <a:xfrm>
            <a:off x="5062874" y="1973843"/>
            <a:ext cx="194761" cy="2494594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평행 사변형 12">
            <a:extLst>
              <a:ext uri="{FF2B5EF4-FFF2-40B4-BE49-F238E27FC236}">
                <a16:creationId xmlns:a16="http://schemas.microsoft.com/office/drawing/2014/main" id="{9FB2BC5D-BAE1-6B35-3F18-3C2371AC4A1C}"/>
              </a:ext>
            </a:extLst>
          </p:cNvPr>
          <p:cNvSpPr/>
          <p:nvPr/>
        </p:nvSpPr>
        <p:spPr>
          <a:xfrm>
            <a:off x="382052" y="5681104"/>
            <a:ext cx="5303520" cy="895481"/>
          </a:xfrm>
          <a:prstGeom prst="parallelogram">
            <a:avLst>
              <a:gd name="adj" fmla="val 115877"/>
            </a:avLst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8" name="자유형: 도형 127">
            <a:extLst>
              <a:ext uri="{FF2B5EF4-FFF2-40B4-BE49-F238E27FC236}">
                <a16:creationId xmlns:a16="http://schemas.microsoft.com/office/drawing/2014/main" id="{2BE94661-EB77-CD88-C58D-B13DDDD54824}"/>
              </a:ext>
            </a:extLst>
          </p:cNvPr>
          <p:cNvSpPr/>
          <p:nvPr/>
        </p:nvSpPr>
        <p:spPr>
          <a:xfrm>
            <a:off x="382052" y="3391745"/>
            <a:ext cx="5303520" cy="895481"/>
          </a:xfrm>
          <a:custGeom>
            <a:avLst/>
            <a:gdLst>
              <a:gd name="csX0" fmla="*/ 3997559 w 5303520"/>
              <a:gd name="csY0" fmla="*/ 734671 h 895481"/>
              <a:gd name="csX1" fmla="*/ 3885121 w 5303520"/>
              <a:gd name="csY1" fmla="*/ 831703 h 895481"/>
              <a:gd name="csX2" fmla="*/ 4211243 w 5303520"/>
              <a:gd name="csY2" fmla="*/ 831703 h 895481"/>
              <a:gd name="csX3" fmla="*/ 4323681 w 5303520"/>
              <a:gd name="csY3" fmla="*/ 734671 h 895481"/>
              <a:gd name="csX4" fmla="*/ 2265910 w 5303520"/>
              <a:gd name="csY4" fmla="*/ 158316 h 895481"/>
              <a:gd name="csX5" fmla="*/ 1654853 w 5303520"/>
              <a:gd name="csY5" fmla="*/ 685648 h 895481"/>
              <a:gd name="csX6" fmla="*/ 3464030 w 5303520"/>
              <a:gd name="csY6" fmla="*/ 685648 h 895481"/>
              <a:gd name="csX7" fmla="*/ 4075087 w 5303520"/>
              <a:gd name="csY7" fmla="*/ 158316 h 895481"/>
              <a:gd name="csX8" fmla="*/ 1037657 w 5303520"/>
              <a:gd name="csY8" fmla="*/ 0 h 895481"/>
              <a:gd name="csX9" fmla="*/ 5303520 w 5303520"/>
              <a:gd name="csY9" fmla="*/ 0 h 895481"/>
              <a:gd name="csX10" fmla="*/ 4265863 w 5303520"/>
              <a:gd name="csY10" fmla="*/ 895481 h 895481"/>
              <a:gd name="csX11" fmla="*/ 0 w 5303520"/>
              <a:gd name="csY11" fmla="*/ 895481 h 8954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5303520" h="895481">
                <a:moveTo>
                  <a:pt x="3997559" y="734671"/>
                </a:moveTo>
                <a:lnTo>
                  <a:pt x="3885121" y="831703"/>
                </a:lnTo>
                <a:lnTo>
                  <a:pt x="4211243" y="831703"/>
                </a:lnTo>
                <a:lnTo>
                  <a:pt x="4323681" y="734671"/>
                </a:lnTo>
                <a:close/>
                <a:moveTo>
                  <a:pt x="2265910" y="158316"/>
                </a:moveTo>
                <a:lnTo>
                  <a:pt x="1654853" y="685648"/>
                </a:lnTo>
                <a:lnTo>
                  <a:pt x="3464030" y="685648"/>
                </a:lnTo>
                <a:lnTo>
                  <a:pt x="4075087" y="158316"/>
                </a:lnTo>
                <a:close/>
                <a:moveTo>
                  <a:pt x="1037657" y="0"/>
                </a:moveTo>
                <a:lnTo>
                  <a:pt x="5303520" y="0"/>
                </a:lnTo>
                <a:lnTo>
                  <a:pt x="4265863" y="895481"/>
                </a:lnTo>
                <a:lnTo>
                  <a:pt x="0" y="895481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9" name="평행 사변형 18">
            <a:extLst>
              <a:ext uri="{FF2B5EF4-FFF2-40B4-BE49-F238E27FC236}">
                <a16:creationId xmlns:a16="http://schemas.microsoft.com/office/drawing/2014/main" id="{64F09DE9-2BA6-07A2-1AFB-14ECDCA74C99}"/>
              </a:ext>
            </a:extLst>
          </p:cNvPr>
          <p:cNvSpPr/>
          <p:nvPr/>
        </p:nvSpPr>
        <p:spPr>
          <a:xfrm flipH="1">
            <a:off x="1578959" y="2654368"/>
            <a:ext cx="859611" cy="1073331"/>
          </a:xfrm>
          <a:prstGeom prst="parallelogram">
            <a:avLst>
              <a:gd name="adj" fmla="val 70832"/>
            </a:avLst>
          </a:prstGeom>
          <a:solidFill>
            <a:schemeClr val="accent6">
              <a:lumMod val="75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평행 사변형 31">
            <a:extLst>
              <a:ext uri="{FF2B5EF4-FFF2-40B4-BE49-F238E27FC236}">
                <a16:creationId xmlns:a16="http://schemas.microsoft.com/office/drawing/2014/main" id="{989CCD55-D9C9-5C7D-49B5-FB95B578A936}"/>
              </a:ext>
            </a:extLst>
          </p:cNvPr>
          <p:cNvSpPr/>
          <p:nvPr/>
        </p:nvSpPr>
        <p:spPr>
          <a:xfrm flipH="1">
            <a:off x="1379093" y="2812950"/>
            <a:ext cx="859611" cy="1073331"/>
          </a:xfrm>
          <a:prstGeom prst="parallelogram">
            <a:avLst>
              <a:gd name="adj" fmla="val 70540"/>
            </a:avLst>
          </a:prstGeom>
          <a:solidFill>
            <a:schemeClr val="accent6">
              <a:lumMod val="75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평행 사변형 15">
            <a:extLst>
              <a:ext uri="{FF2B5EF4-FFF2-40B4-BE49-F238E27FC236}">
                <a16:creationId xmlns:a16="http://schemas.microsoft.com/office/drawing/2014/main" id="{9AFD3919-F643-34BC-B5B3-CFF520A6A97F}"/>
              </a:ext>
            </a:extLst>
          </p:cNvPr>
          <p:cNvSpPr/>
          <p:nvPr/>
        </p:nvSpPr>
        <p:spPr>
          <a:xfrm>
            <a:off x="3906650" y="3095539"/>
            <a:ext cx="727015" cy="1073331"/>
          </a:xfrm>
          <a:prstGeom prst="parallelogram">
            <a:avLst>
              <a:gd name="adj" fmla="val 78229"/>
            </a:avLst>
          </a:prstGeom>
          <a:solidFill>
            <a:schemeClr val="accent6">
              <a:lumMod val="75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7" name="자유형: 도형 126">
            <a:extLst>
              <a:ext uri="{FF2B5EF4-FFF2-40B4-BE49-F238E27FC236}">
                <a16:creationId xmlns:a16="http://schemas.microsoft.com/office/drawing/2014/main" id="{3A3AB30E-722B-2B01-5A87-F17B349CDDB5}"/>
              </a:ext>
            </a:extLst>
          </p:cNvPr>
          <p:cNvSpPr/>
          <p:nvPr/>
        </p:nvSpPr>
        <p:spPr>
          <a:xfrm>
            <a:off x="382052" y="2315052"/>
            <a:ext cx="5303520" cy="895481"/>
          </a:xfrm>
          <a:custGeom>
            <a:avLst/>
            <a:gdLst>
              <a:gd name="csX0" fmla="*/ 3997559 w 5303520"/>
              <a:gd name="csY0" fmla="*/ 729653 h 895481"/>
              <a:gd name="csX1" fmla="*/ 3885121 w 5303520"/>
              <a:gd name="csY1" fmla="*/ 826685 h 895481"/>
              <a:gd name="csX2" fmla="*/ 4211243 w 5303520"/>
              <a:gd name="csY2" fmla="*/ 826685 h 895481"/>
              <a:gd name="csX3" fmla="*/ 4323681 w 5303520"/>
              <a:gd name="csY3" fmla="*/ 729653 h 895481"/>
              <a:gd name="csX4" fmla="*/ 1426612 w 5303520"/>
              <a:gd name="csY4" fmla="*/ 146934 h 895481"/>
              <a:gd name="csX5" fmla="*/ 784596 w 5303520"/>
              <a:gd name="csY5" fmla="*/ 671787 h 895481"/>
              <a:gd name="csX6" fmla="*/ 3467884 w 5303520"/>
              <a:gd name="csY6" fmla="*/ 671787 h 895481"/>
              <a:gd name="csX7" fmla="*/ 4109900 w 5303520"/>
              <a:gd name="csY7" fmla="*/ 146934 h 895481"/>
              <a:gd name="csX8" fmla="*/ 1037657 w 5303520"/>
              <a:gd name="csY8" fmla="*/ 0 h 895481"/>
              <a:gd name="csX9" fmla="*/ 5303520 w 5303520"/>
              <a:gd name="csY9" fmla="*/ 0 h 895481"/>
              <a:gd name="csX10" fmla="*/ 4265863 w 5303520"/>
              <a:gd name="csY10" fmla="*/ 895481 h 895481"/>
              <a:gd name="csX11" fmla="*/ 0 w 5303520"/>
              <a:gd name="csY11" fmla="*/ 895481 h 8954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5303520" h="895481">
                <a:moveTo>
                  <a:pt x="3997559" y="729653"/>
                </a:moveTo>
                <a:lnTo>
                  <a:pt x="3885121" y="826685"/>
                </a:lnTo>
                <a:lnTo>
                  <a:pt x="4211243" y="826685"/>
                </a:lnTo>
                <a:lnTo>
                  <a:pt x="4323681" y="729653"/>
                </a:lnTo>
                <a:close/>
                <a:moveTo>
                  <a:pt x="1426612" y="146934"/>
                </a:moveTo>
                <a:lnTo>
                  <a:pt x="784596" y="671787"/>
                </a:lnTo>
                <a:lnTo>
                  <a:pt x="3467884" y="671787"/>
                </a:lnTo>
                <a:lnTo>
                  <a:pt x="4109900" y="146934"/>
                </a:lnTo>
                <a:close/>
                <a:moveTo>
                  <a:pt x="1037657" y="0"/>
                </a:moveTo>
                <a:lnTo>
                  <a:pt x="5303520" y="0"/>
                </a:lnTo>
                <a:lnTo>
                  <a:pt x="4265863" y="895481"/>
                </a:lnTo>
                <a:lnTo>
                  <a:pt x="0" y="895481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A67B2B6E-B0E0-6EE9-F64F-22B799D850DC}"/>
              </a:ext>
            </a:extLst>
          </p:cNvPr>
          <p:cNvCxnSpPr>
            <a:cxnSpLocks/>
          </p:cNvCxnSpPr>
          <p:nvPr/>
        </p:nvCxnSpPr>
        <p:spPr>
          <a:xfrm>
            <a:off x="6403188" y="3210533"/>
            <a:ext cx="5458787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B80E0452-F250-C385-B35A-E38CF01E324B}"/>
              </a:ext>
            </a:extLst>
          </p:cNvPr>
          <p:cNvCxnSpPr>
            <a:cxnSpLocks/>
          </p:cNvCxnSpPr>
          <p:nvPr/>
        </p:nvCxnSpPr>
        <p:spPr>
          <a:xfrm>
            <a:off x="6343553" y="4287226"/>
            <a:ext cx="5458787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00FDFFC6-AD16-DC5C-81C4-1A5E2CBE6BD3}"/>
              </a:ext>
            </a:extLst>
          </p:cNvPr>
          <p:cNvCxnSpPr>
            <a:cxnSpLocks/>
          </p:cNvCxnSpPr>
          <p:nvPr/>
        </p:nvCxnSpPr>
        <p:spPr>
          <a:xfrm>
            <a:off x="6403188" y="5363918"/>
            <a:ext cx="5458787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2" name="이등변 삼각형 81">
            <a:extLst>
              <a:ext uri="{FF2B5EF4-FFF2-40B4-BE49-F238E27FC236}">
                <a16:creationId xmlns:a16="http://schemas.microsoft.com/office/drawing/2014/main" id="{D8705447-9872-285A-AC48-320AC240D2E0}"/>
              </a:ext>
            </a:extLst>
          </p:cNvPr>
          <p:cNvSpPr/>
          <p:nvPr/>
        </p:nvSpPr>
        <p:spPr>
          <a:xfrm>
            <a:off x="1512433" y="2159002"/>
            <a:ext cx="133052" cy="233874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이등변 삼각형 82">
            <a:extLst>
              <a:ext uri="{FF2B5EF4-FFF2-40B4-BE49-F238E27FC236}">
                <a16:creationId xmlns:a16="http://schemas.microsoft.com/office/drawing/2014/main" id="{C87FF285-6948-9B51-6C36-F3EC0B6D43F2}"/>
              </a:ext>
            </a:extLst>
          </p:cNvPr>
          <p:cNvSpPr/>
          <p:nvPr/>
        </p:nvSpPr>
        <p:spPr>
          <a:xfrm>
            <a:off x="4168983" y="2708539"/>
            <a:ext cx="133052" cy="233874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4" name="이등변 삼각형 83">
            <a:extLst>
              <a:ext uri="{FF2B5EF4-FFF2-40B4-BE49-F238E27FC236}">
                <a16:creationId xmlns:a16="http://schemas.microsoft.com/office/drawing/2014/main" id="{007F7BBF-877A-1210-A43E-AC979144AB41}"/>
              </a:ext>
            </a:extLst>
          </p:cNvPr>
          <p:cNvSpPr/>
          <p:nvPr/>
        </p:nvSpPr>
        <p:spPr>
          <a:xfrm>
            <a:off x="4884844" y="2489189"/>
            <a:ext cx="133052" cy="233874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이등변 삼각형 84">
            <a:extLst>
              <a:ext uri="{FF2B5EF4-FFF2-40B4-BE49-F238E27FC236}">
                <a16:creationId xmlns:a16="http://schemas.microsoft.com/office/drawing/2014/main" id="{DB8C36AE-3FC4-88AC-E94B-99D7BF68F405}"/>
              </a:ext>
            </a:extLst>
          </p:cNvPr>
          <p:cNvSpPr/>
          <p:nvPr/>
        </p:nvSpPr>
        <p:spPr>
          <a:xfrm>
            <a:off x="1447923" y="3315975"/>
            <a:ext cx="133052" cy="233874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이등변 삼각형 85">
            <a:extLst>
              <a:ext uri="{FF2B5EF4-FFF2-40B4-BE49-F238E27FC236}">
                <a16:creationId xmlns:a16="http://schemas.microsoft.com/office/drawing/2014/main" id="{56239DC9-FBE2-C7C3-602F-336B994E0C4D}"/>
              </a:ext>
            </a:extLst>
          </p:cNvPr>
          <p:cNvSpPr/>
          <p:nvPr/>
        </p:nvSpPr>
        <p:spPr>
          <a:xfrm>
            <a:off x="2295952" y="3968238"/>
            <a:ext cx="133052" cy="233874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이등변 삼각형 86">
            <a:extLst>
              <a:ext uri="{FF2B5EF4-FFF2-40B4-BE49-F238E27FC236}">
                <a16:creationId xmlns:a16="http://schemas.microsoft.com/office/drawing/2014/main" id="{508BFDF0-5F3A-66BD-ECFE-5F50BB3E0D01}"/>
              </a:ext>
            </a:extLst>
          </p:cNvPr>
          <p:cNvSpPr/>
          <p:nvPr/>
        </p:nvSpPr>
        <p:spPr>
          <a:xfrm>
            <a:off x="3325848" y="3917377"/>
            <a:ext cx="133052" cy="233874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8" name="이등변 삼각형 87">
            <a:extLst>
              <a:ext uri="{FF2B5EF4-FFF2-40B4-BE49-F238E27FC236}">
                <a16:creationId xmlns:a16="http://schemas.microsoft.com/office/drawing/2014/main" id="{4C42521C-CA14-12EE-1848-739009ED9A31}"/>
              </a:ext>
            </a:extLst>
          </p:cNvPr>
          <p:cNvSpPr/>
          <p:nvPr/>
        </p:nvSpPr>
        <p:spPr>
          <a:xfrm>
            <a:off x="1080775" y="3836718"/>
            <a:ext cx="133052" cy="233874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이등변 삼각형 88">
            <a:extLst>
              <a:ext uri="{FF2B5EF4-FFF2-40B4-BE49-F238E27FC236}">
                <a16:creationId xmlns:a16="http://schemas.microsoft.com/office/drawing/2014/main" id="{40C855C2-18C2-296C-D08B-270A4F6884C4}"/>
              </a:ext>
            </a:extLst>
          </p:cNvPr>
          <p:cNvSpPr/>
          <p:nvPr/>
        </p:nvSpPr>
        <p:spPr>
          <a:xfrm>
            <a:off x="4482071" y="3754449"/>
            <a:ext cx="133052" cy="233874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이등변 삼각형 89">
            <a:extLst>
              <a:ext uri="{FF2B5EF4-FFF2-40B4-BE49-F238E27FC236}">
                <a16:creationId xmlns:a16="http://schemas.microsoft.com/office/drawing/2014/main" id="{0FD4875D-E200-1280-1EFC-412FF5D2A6CB}"/>
              </a:ext>
            </a:extLst>
          </p:cNvPr>
          <p:cNvSpPr/>
          <p:nvPr/>
        </p:nvSpPr>
        <p:spPr>
          <a:xfrm>
            <a:off x="4769500" y="3623886"/>
            <a:ext cx="133052" cy="233874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이등변 삼각형 90">
            <a:extLst>
              <a:ext uri="{FF2B5EF4-FFF2-40B4-BE49-F238E27FC236}">
                <a16:creationId xmlns:a16="http://schemas.microsoft.com/office/drawing/2014/main" id="{69B0E435-2060-8B1A-DD0F-9930E6A069BA}"/>
              </a:ext>
            </a:extLst>
          </p:cNvPr>
          <p:cNvSpPr/>
          <p:nvPr/>
        </p:nvSpPr>
        <p:spPr>
          <a:xfrm>
            <a:off x="4831951" y="3273075"/>
            <a:ext cx="133052" cy="233874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2" name="이등변 삼각형 91">
            <a:extLst>
              <a:ext uri="{FF2B5EF4-FFF2-40B4-BE49-F238E27FC236}">
                <a16:creationId xmlns:a16="http://schemas.microsoft.com/office/drawing/2014/main" id="{C6663476-C19A-75D5-6DFB-A9EE968BADF7}"/>
              </a:ext>
            </a:extLst>
          </p:cNvPr>
          <p:cNvSpPr/>
          <p:nvPr/>
        </p:nvSpPr>
        <p:spPr>
          <a:xfrm>
            <a:off x="1551846" y="3714521"/>
            <a:ext cx="133052" cy="233874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이등변 삼각형 92">
            <a:extLst>
              <a:ext uri="{FF2B5EF4-FFF2-40B4-BE49-F238E27FC236}">
                <a16:creationId xmlns:a16="http://schemas.microsoft.com/office/drawing/2014/main" id="{6A303A63-2FC3-E241-1063-033EB46366C6}"/>
              </a:ext>
            </a:extLst>
          </p:cNvPr>
          <p:cNvSpPr/>
          <p:nvPr/>
        </p:nvSpPr>
        <p:spPr>
          <a:xfrm>
            <a:off x="2424987" y="3332410"/>
            <a:ext cx="133052" cy="233874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4" name="이등변 삼각형 93">
            <a:extLst>
              <a:ext uri="{FF2B5EF4-FFF2-40B4-BE49-F238E27FC236}">
                <a16:creationId xmlns:a16="http://schemas.microsoft.com/office/drawing/2014/main" id="{B4561BD7-6A8A-E7A1-B4FD-CC76B240B7E5}"/>
              </a:ext>
            </a:extLst>
          </p:cNvPr>
          <p:cNvSpPr/>
          <p:nvPr/>
        </p:nvSpPr>
        <p:spPr>
          <a:xfrm>
            <a:off x="3235682" y="4443665"/>
            <a:ext cx="133052" cy="233874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5" name="이등변 삼각형 94">
            <a:extLst>
              <a:ext uri="{FF2B5EF4-FFF2-40B4-BE49-F238E27FC236}">
                <a16:creationId xmlns:a16="http://schemas.microsoft.com/office/drawing/2014/main" id="{0EFC5CAA-6F5D-B359-51D4-7200E2A61F07}"/>
              </a:ext>
            </a:extLst>
          </p:cNvPr>
          <p:cNvSpPr/>
          <p:nvPr/>
        </p:nvSpPr>
        <p:spPr>
          <a:xfrm>
            <a:off x="3457908" y="4409346"/>
            <a:ext cx="133052" cy="233874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이등변 삼각형 95">
            <a:extLst>
              <a:ext uri="{FF2B5EF4-FFF2-40B4-BE49-F238E27FC236}">
                <a16:creationId xmlns:a16="http://schemas.microsoft.com/office/drawing/2014/main" id="{A030B759-2D5D-6362-A142-413E945B06DF}"/>
              </a:ext>
            </a:extLst>
          </p:cNvPr>
          <p:cNvSpPr/>
          <p:nvPr/>
        </p:nvSpPr>
        <p:spPr>
          <a:xfrm>
            <a:off x="3348657" y="4723631"/>
            <a:ext cx="133052" cy="233874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이등변 삼각형 96">
            <a:extLst>
              <a:ext uri="{FF2B5EF4-FFF2-40B4-BE49-F238E27FC236}">
                <a16:creationId xmlns:a16="http://schemas.microsoft.com/office/drawing/2014/main" id="{AC817582-E5B6-A979-BEE7-8101AD34333C}"/>
              </a:ext>
            </a:extLst>
          </p:cNvPr>
          <p:cNvSpPr/>
          <p:nvPr/>
        </p:nvSpPr>
        <p:spPr>
          <a:xfrm>
            <a:off x="3359365" y="4545184"/>
            <a:ext cx="133052" cy="233874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8" name="이등변 삼각형 97">
            <a:extLst>
              <a:ext uri="{FF2B5EF4-FFF2-40B4-BE49-F238E27FC236}">
                <a16:creationId xmlns:a16="http://schemas.microsoft.com/office/drawing/2014/main" id="{D13653E7-7953-F357-FAB0-176D8E7EF103}"/>
              </a:ext>
            </a:extLst>
          </p:cNvPr>
          <p:cNvSpPr/>
          <p:nvPr/>
        </p:nvSpPr>
        <p:spPr>
          <a:xfrm>
            <a:off x="3624423" y="4479243"/>
            <a:ext cx="133052" cy="233874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9" name="이등변 삼각형 98">
            <a:extLst>
              <a:ext uri="{FF2B5EF4-FFF2-40B4-BE49-F238E27FC236}">
                <a16:creationId xmlns:a16="http://schemas.microsoft.com/office/drawing/2014/main" id="{7D66A8F4-840D-476B-F320-7D1080BDFDB2}"/>
              </a:ext>
            </a:extLst>
          </p:cNvPr>
          <p:cNvSpPr/>
          <p:nvPr/>
        </p:nvSpPr>
        <p:spPr>
          <a:xfrm>
            <a:off x="2854581" y="4844693"/>
            <a:ext cx="133052" cy="233874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0" name="이등변 삼각형 99">
            <a:extLst>
              <a:ext uri="{FF2B5EF4-FFF2-40B4-BE49-F238E27FC236}">
                <a16:creationId xmlns:a16="http://schemas.microsoft.com/office/drawing/2014/main" id="{EA1AB348-0F59-5344-2651-9B875F549F1A}"/>
              </a:ext>
            </a:extLst>
          </p:cNvPr>
          <p:cNvSpPr/>
          <p:nvPr/>
        </p:nvSpPr>
        <p:spPr>
          <a:xfrm>
            <a:off x="3148255" y="4828752"/>
            <a:ext cx="133052" cy="233874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1" name="이등변 삼각형 100">
            <a:extLst>
              <a:ext uri="{FF2B5EF4-FFF2-40B4-BE49-F238E27FC236}">
                <a16:creationId xmlns:a16="http://schemas.microsoft.com/office/drawing/2014/main" id="{77421430-5B65-5EF6-074F-B1FA05A25EBF}"/>
              </a:ext>
            </a:extLst>
          </p:cNvPr>
          <p:cNvSpPr/>
          <p:nvPr/>
        </p:nvSpPr>
        <p:spPr>
          <a:xfrm>
            <a:off x="3480395" y="4845251"/>
            <a:ext cx="133052" cy="233874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이등변 삼각형 101">
            <a:extLst>
              <a:ext uri="{FF2B5EF4-FFF2-40B4-BE49-F238E27FC236}">
                <a16:creationId xmlns:a16="http://schemas.microsoft.com/office/drawing/2014/main" id="{F7EA9214-D2B3-FC1C-D94D-018DC7E35FF3}"/>
              </a:ext>
            </a:extLst>
          </p:cNvPr>
          <p:cNvSpPr/>
          <p:nvPr/>
        </p:nvSpPr>
        <p:spPr>
          <a:xfrm>
            <a:off x="3302818" y="4945689"/>
            <a:ext cx="133052" cy="233874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" name="이등변 삼각형 102">
            <a:extLst>
              <a:ext uri="{FF2B5EF4-FFF2-40B4-BE49-F238E27FC236}">
                <a16:creationId xmlns:a16="http://schemas.microsoft.com/office/drawing/2014/main" id="{CC33C9F2-4CC7-6875-3A31-8423C4842DB4}"/>
              </a:ext>
            </a:extLst>
          </p:cNvPr>
          <p:cNvSpPr/>
          <p:nvPr/>
        </p:nvSpPr>
        <p:spPr>
          <a:xfrm>
            <a:off x="2459385" y="4838067"/>
            <a:ext cx="133052" cy="233874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" name="이등변 삼각형 103">
            <a:extLst>
              <a:ext uri="{FF2B5EF4-FFF2-40B4-BE49-F238E27FC236}">
                <a16:creationId xmlns:a16="http://schemas.microsoft.com/office/drawing/2014/main" id="{732F7DDD-7FE4-BCAE-DF77-7745F8886DA7}"/>
              </a:ext>
            </a:extLst>
          </p:cNvPr>
          <p:cNvSpPr/>
          <p:nvPr/>
        </p:nvSpPr>
        <p:spPr>
          <a:xfrm>
            <a:off x="2671465" y="4955004"/>
            <a:ext cx="133052" cy="233874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" name="이등변 삼각형 104">
            <a:extLst>
              <a:ext uri="{FF2B5EF4-FFF2-40B4-BE49-F238E27FC236}">
                <a16:creationId xmlns:a16="http://schemas.microsoft.com/office/drawing/2014/main" id="{02374FA8-6D7A-F793-A7E8-1B38A942CA0E}"/>
              </a:ext>
            </a:extLst>
          </p:cNvPr>
          <p:cNvSpPr/>
          <p:nvPr/>
        </p:nvSpPr>
        <p:spPr>
          <a:xfrm>
            <a:off x="3018916" y="4993211"/>
            <a:ext cx="133052" cy="233874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6" name="이등변 삼각형 105">
            <a:extLst>
              <a:ext uri="{FF2B5EF4-FFF2-40B4-BE49-F238E27FC236}">
                <a16:creationId xmlns:a16="http://schemas.microsoft.com/office/drawing/2014/main" id="{AE3A8D6F-FA2B-4925-AAC7-5E187DE06E95}"/>
              </a:ext>
            </a:extLst>
          </p:cNvPr>
          <p:cNvSpPr/>
          <p:nvPr/>
        </p:nvSpPr>
        <p:spPr>
          <a:xfrm>
            <a:off x="3644730" y="4673593"/>
            <a:ext cx="133052" cy="233874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7" name="이등변 삼각형 106">
            <a:extLst>
              <a:ext uri="{FF2B5EF4-FFF2-40B4-BE49-F238E27FC236}">
                <a16:creationId xmlns:a16="http://schemas.microsoft.com/office/drawing/2014/main" id="{38A43D71-A5C4-05D1-205A-95C7AD79CF83}"/>
              </a:ext>
            </a:extLst>
          </p:cNvPr>
          <p:cNvSpPr/>
          <p:nvPr/>
        </p:nvSpPr>
        <p:spPr>
          <a:xfrm>
            <a:off x="4929822" y="4328454"/>
            <a:ext cx="133052" cy="233874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8" name="이등변 삼각형 107">
            <a:extLst>
              <a:ext uri="{FF2B5EF4-FFF2-40B4-BE49-F238E27FC236}">
                <a16:creationId xmlns:a16="http://schemas.microsoft.com/office/drawing/2014/main" id="{E2F676B5-EEFB-5800-CF9F-39530074BB51}"/>
              </a:ext>
            </a:extLst>
          </p:cNvPr>
          <p:cNvSpPr/>
          <p:nvPr/>
        </p:nvSpPr>
        <p:spPr>
          <a:xfrm>
            <a:off x="5120477" y="4295154"/>
            <a:ext cx="133052" cy="233874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9" name="이등변 삼각형 108">
            <a:extLst>
              <a:ext uri="{FF2B5EF4-FFF2-40B4-BE49-F238E27FC236}">
                <a16:creationId xmlns:a16="http://schemas.microsoft.com/office/drawing/2014/main" id="{A8C2811B-E49E-23C4-4B46-2B9192D5BC03}"/>
              </a:ext>
            </a:extLst>
          </p:cNvPr>
          <p:cNvSpPr/>
          <p:nvPr/>
        </p:nvSpPr>
        <p:spPr>
          <a:xfrm>
            <a:off x="4857236" y="4402430"/>
            <a:ext cx="133052" cy="233874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0" name="이등변 삼각형 109">
            <a:extLst>
              <a:ext uri="{FF2B5EF4-FFF2-40B4-BE49-F238E27FC236}">
                <a16:creationId xmlns:a16="http://schemas.microsoft.com/office/drawing/2014/main" id="{668BB573-05CD-A618-F9C2-22801B050A1C}"/>
              </a:ext>
            </a:extLst>
          </p:cNvPr>
          <p:cNvSpPr/>
          <p:nvPr/>
        </p:nvSpPr>
        <p:spPr>
          <a:xfrm>
            <a:off x="5023324" y="4486619"/>
            <a:ext cx="133052" cy="233874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1" name="이등변 삼각형 110">
            <a:extLst>
              <a:ext uri="{FF2B5EF4-FFF2-40B4-BE49-F238E27FC236}">
                <a16:creationId xmlns:a16="http://schemas.microsoft.com/office/drawing/2014/main" id="{7C067DAF-3093-7B84-7393-4A9D0142F176}"/>
              </a:ext>
            </a:extLst>
          </p:cNvPr>
          <p:cNvSpPr/>
          <p:nvPr/>
        </p:nvSpPr>
        <p:spPr>
          <a:xfrm>
            <a:off x="5250902" y="4409346"/>
            <a:ext cx="133052" cy="233874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평행 사변형 33">
            <a:extLst>
              <a:ext uri="{FF2B5EF4-FFF2-40B4-BE49-F238E27FC236}">
                <a16:creationId xmlns:a16="http://schemas.microsoft.com/office/drawing/2014/main" id="{8F2024FE-7FC7-77FC-6172-448015B5EDF5}"/>
              </a:ext>
            </a:extLst>
          </p:cNvPr>
          <p:cNvSpPr/>
          <p:nvPr/>
        </p:nvSpPr>
        <p:spPr>
          <a:xfrm rot="19213015">
            <a:off x="4869803" y="4581866"/>
            <a:ext cx="602989" cy="288526"/>
          </a:xfrm>
          <a:prstGeom prst="parallelogram">
            <a:avLst>
              <a:gd name="adj" fmla="val 78033"/>
            </a:avLst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2" name="이등변 삼각형 111">
            <a:extLst>
              <a:ext uri="{FF2B5EF4-FFF2-40B4-BE49-F238E27FC236}">
                <a16:creationId xmlns:a16="http://schemas.microsoft.com/office/drawing/2014/main" id="{F28AE82C-68B2-257D-8E8C-12C36FD72C4C}"/>
              </a:ext>
            </a:extLst>
          </p:cNvPr>
          <p:cNvSpPr/>
          <p:nvPr/>
        </p:nvSpPr>
        <p:spPr>
          <a:xfrm>
            <a:off x="1461614" y="4400775"/>
            <a:ext cx="133052" cy="233874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3" name="이등변 삼각형 112">
            <a:extLst>
              <a:ext uri="{FF2B5EF4-FFF2-40B4-BE49-F238E27FC236}">
                <a16:creationId xmlns:a16="http://schemas.microsoft.com/office/drawing/2014/main" id="{29F6D0BE-2C2C-F9F1-4033-1A7A41814541}"/>
              </a:ext>
            </a:extLst>
          </p:cNvPr>
          <p:cNvSpPr/>
          <p:nvPr/>
        </p:nvSpPr>
        <p:spPr>
          <a:xfrm>
            <a:off x="2119158" y="4526283"/>
            <a:ext cx="133052" cy="233874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4" name="이등변 삼각형 113">
            <a:extLst>
              <a:ext uri="{FF2B5EF4-FFF2-40B4-BE49-F238E27FC236}">
                <a16:creationId xmlns:a16="http://schemas.microsoft.com/office/drawing/2014/main" id="{1573BAD9-3763-68FE-4D2F-7C918037C99B}"/>
              </a:ext>
            </a:extLst>
          </p:cNvPr>
          <p:cNvSpPr/>
          <p:nvPr/>
        </p:nvSpPr>
        <p:spPr>
          <a:xfrm>
            <a:off x="1393062" y="4940086"/>
            <a:ext cx="133052" cy="233874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5" name="이등변 삼각형 114">
            <a:extLst>
              <a:ext uri="{FF2B5EF4-FFF2-40B4-BE49-F238E27FC236}">
                <a16:creationId xmlns:a16="http://schemas.microsoft.com/office/drawing/2014/main" id="{92034F68-86D7-9101-FF53-EB77075F6212}"/>
              </a:ext>
            </a:extLst>
          </p:cNvPr>
          <p:cNvSpPr/>
          <p:nvPr/>
        </p:nvSpPr>
        <p:spPr>
          <a:xfrm>
            <a:off x="1868284" y="4799807"/>
            <a:ext cx="133052" cy="233874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116" name="이등변 삼각형 115">
            <a:extLst>
              <a:ext uri="{FF2B5EF4-FFF2-40B4-BE49-F238E27FC236}">
                <a16:creationId xmlns:a16="http://schemas.microsoft.com/office/drawing/2014/main" id="{FBA0A381-29F0-A0BD-9FEA-CCCA6542BF4C}"/>
              </a:ext>
            </a:extLst>
          </p:cNvPr>
          <p:cNvSpPr/>
          <p:nvPr/>
        </p:nvSpPr>
        <p:spPr>
          <a:xfrm>
            <a:off x="4469145" y="4532993"/>
            <a:ext cx="133052" cy="233874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7" name="이등변 삼각형 116">
            <a:extLst>
              <a:ext uri="{FF2B5EF4-FFF2-40B4-BE49-F238E27FC236}">
                <a16:creationId xmlns:a16="http://schemas.microsoft.com/office/drawing/2014/main" id="{B927ADED-212C-EA03-BA35-0242F422E354}"/>
              </a:ext>
            </a:extLst>
          </p:cNvPr>
          <p:cNvSpPr/>
          <p:nvPr/>
        </p:nvSpPr>
        <p:spPr>
          <a:xfrm>
            <a:off x="4523708" y="4876274"/>
            <a:ext cx="133052" cy="233874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DA792E22-21FD-EFA0-5BC7-3F85831A53B9}"/>
              </a:ext>
            </a:extLst>
          </p:cNvPr>
          <p:cNvGrpSpPr/>
          <p:nvPr/>
        </p:nvGrpSpPr>
        <p:grpSpPr>
          <a:xfrm>
            <a:off x="943026" y="2087487"/>
            <a:ext cx="4311123" cy="897765"/>
            <a:chOff x="943026" y="2087487"/>
            <a:chExt cx="4311123" cy="897765"/>
          </a:xfrm>
        </p:grpSpPr>
        <p:sp>
          <p:nvSpPr>
            <p:cNvPr id="124" name="평행 사변형 123">
              <a:extLst>
                <a:ext uri="{FF2B5EF4-FFF2-40B4-BE49-F238E27FC236}">
                  <a16:creationId xmlns:a16="http://schemas.microsoft.com/office/drawing/2014/main" id="{5A0BB2ED-3D66-B52E-EA2B-8D0BD317B5B5}"/>
                </a:ext>
              </a:extLst>
            </p:cNvPr>
            <p:cNvSpPr/>
            <p:nvPr/>
          </p:nvSpPr>
          <p:spPr>
            <a:xfrm rot="19213015">
              <a:off x="4438035" y="2168403"/>
              <a:ext cx="816114" cy="288526"/>
            </a:xfrm>
            <a:prstGeom prst="parallelogram">
              <a:avLst>
                <a:gd name="adj" fmla="val 78033"/>
              </a:avLst>
            </a:prstGeom>
            <a:solidFill>
              <a:schemeClr val="bg2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18" name="평행 사변형 117">
              <a:extLst>
                <a:ext uri="{FF2B5EF4-FFF2-40B4-BE49-F238E27FC236}">
                  <a16:creationId xmlns:a16="http://schemas.microsoft.com/office/drawing/2014/main" id="{74321A93-FD6B-4674-0654-BA4E6E0E5476}"/>
                </a:ext>
              </a:extLst>
            </p:cNvPr>
            <p:cNvSpPr/>
            <p:nvPr/>
          </p:nvSpPr>
          <p:spPr>
            <a:xfrm rot="19213015">
              <a:off x="943026" y="2394780"/>
              <a:ext cx="1056448" cy="288526"/>
            </a:xfrm>
            <a:prstGeom prst="parallelogram">
              <a:avLst>
                <a:gd name="adj" fmla="val 78033"/>
              </a:avLst>
            </a:prstGeom>
            <a:solidFill>
              <a:schemeClr val="bg2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22" name="직사각형 121">
              <a:extLst>
                <a:ext uri="{FF2B5EF4-FFF2-40B4-BE49-F238E27FC236}">
                  <a16:creationId xmlns:a16="http://schemas.microsoft.com/office/drawing/2014/main" id="{EBAA41FE-76A6-3954-224F-289CA72F3E18}"/>
                </a:ext>
              </a:extLst>
            </p:cNvPr>
            <p:cNvSpPr/>
            <p:nvPr/>
          </p:nvSpPr>
          <p:spPr>
            <a:xfrm>
              <a:off x="1788147" y="2087487"/>
              <a:ext cx="2709526" cy="353513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0" name="평행 사변형 119">
              <a:extLst>
                <a:ext uri="{FF2B5EF4-FFF2-40B4-BE49-F238E27FC236}">
                  <a16:creationId xmlns:a16="http://schemas.microsoft.com/office/drawing/2014/main" id="{F53BCBC9-A051-C26B-CD4D-A54AE6E50810}"/>
                </a:ext>
              </a:extLst>
            </p:cNvPr>
            <p:cNvSpPr/>
            <p:nvPr/>
          </p:nvSpPr>
          <p:spPr>
            <a:xfrm rot="19213015">
              <a:off x="3639065" y="2392560"/>
              <a:ext cx="1056448" cy="288526"/>
            </a:xfrm>
            <a:prstGeom prst="parallelogram">
              <a:avLst>
                <a:gd name="adj" fmla="val 78033"/>
              </a:avLst>
            </a:prstGeom>
            <a:solidFill>
              <a:schemeClr val="bg2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21" name="직사각형 120">
              <a:extLst>
                <a:ext uri="{FF2B5EF4-FFF2-40B4-BE49-F238E27FC236}">
                  <a16:creationId xmlns:a16="http://schemas.microsoft.com/office/drawing/2014/main" id="{6E101348-0656-EF67-91D5-765AAC75B818}"/>
                </a:ext>
              </a:extLst>
            </p:cNvPr>
            <p:cNvSpPr/>
            <p:nvPr/>
          </p:nvSpPr>
          <p:spPr>
            <a:xfrm>
              <a:off x="1147301" y="2631739"/>
              <a:ext cx="2709526" cy="353513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" name="직사각형 122">
              <a:extLst>
                <a:ext uri="{FF2B5EF4-FFF2-40B4-BE49-F238E27FC236}">
                  <a16:creationId xmlns:a16="http://schemas.microsoft.com/office/drawing/2014/main" id="{D476C68A-9422-38BF-402E-2F37995B4219}"/>
                </a:ext>
              </a:extLst>
            </p:cNvPr>
            <p:cNvSpPr/>
            <p:nvPr/>
          </p:nvSpPr>
          <p:spPr>
            <a:xfrm>
              <a:off x="3856827" y="2629084"/>
              <a:ext cx="1052160" cy="353513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C5DA142B-669D-7433-079A-F034CC9A8BA3}"/>
              </a:ext>
            </a:extLst>
          </p:cNvPr>
          <p:cNvGrpSpPr/>
          <p:nvPr/>
        </p:nvGrpSpPr>
        <p:grpSpPr>
          <a:xfrm>
            <a:off x="5172022" y="2083508"/>
            <a:ext cx="304190" cy="308832"/>
            <a:chOff x="5132047" y="2158613"/>
            <a:chExt cx="304190" cy="308832"/>
          </a:xfrm>
        </p:grpSpPr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DD40DBD7-D942-2B2F-DA8C-D808DB5D5E03}"/>
                </a:ext>
              </a:extLst>
            </p:cNvPr>
            <p:cNvSpPr/>
            <p:nvPr/>
          </p:nvSpPr>
          <p:spPr>
            <a:xfrm>
              <a:off x="5132047" y="2158613"/>
              <a:ext cx="133624" cy="308832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타원 80">
              <a:extLst>
                <a:ext uri="{FF2B5EF4-FFF2-40B4-BE49-F238E27FC236}">
                  <a16:creationId xmlns:a16="http://schemas.microsoft.com/office/drawing/2014/main" id="{5239501F-C2F4-5BBA-3BB4-51ABC254FB5F}"/>
                </a:ext>
              </a:extLst>
            </p:cNvPr>
            <p:cNvSpPr/>
            <p:nvPr/>
          </p:nvSpPr>
          <p:spPr>
            <a:xfrm>
              <a:off x="5302613" y="2158613"/>
              <a:ext cx="133624" cy="308832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137" name="TextBox 136">
            <a:extLst>
              <a:ext uri="{FF2B5EF4-FFF2-40B4-BE49-F238E27FC236}">
                <a16:creationId xmlns:a16="http://schemas.microsoft.com/office/drawing/2014/main" id="{6DE28A6D-0C4F-A8AF-F863-745C7D5B23F1}"/>
              </a:ext>
            </a:extLst>
          </p:cNvPr>
          <p:cNvSpPr txBox="1"/>
          <p:nvPr/>
        </p:nvSpPr>
        <p:spPr>
          <a:xfrm>
            <a:off x="7415270" y="241575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튜토리얼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6C97DF04-918E-B903-E6F4-37D0EF13C48A}"/>
              </a:ext>
            </a:extLst>
          </p:cNvPr>
          <p:cNvSpPr txBox="1"/>
          <p:nvPr/>
        </p:nvSpPr>
        <p:spPr>
          <a:xfrm>
            <a:off x="7415270" y="3559047"/>
            <a:ext cx="1963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메인 플레이 공간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9EDB7B88-34C7-228E-ACD1-EC90DB2C45FC}"/>
              </a:ext>
            </a:extLst>
          </p:cNvPr>
          <p:cNvSpPr txBox="1"/>
          <p:nvPr/>
        </p:nvSpPr>
        <p:spPr>
          <a:xfrm>
            <a:off x="7415270" y="4605864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기물 활용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4869FA85-145B-DFC9-94C6-362A7906CA36}"/>
              </a:ext>
            </a:extLst>
          </p:cNvPr>
          <p:cNvSpPr txBox="1"/>
          <p:nvPr/>
        </p:nvSpPr>
        <p:spPr>
          <a:xfrm>
            <a:off x="7415270" y="5682555"/>
            <a:ext cx="3132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진상 확인 및 사건 해결 장소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17D594-1633-BBF9-CC6B-B52800682B1C}"/>
              </a:ext>
            </a:extLst>
          </p:cNvPr>
          <p:cNvSpPr txBox="1"/>
          <p:nvPr/>
        </p:nvSpPr>
        <p:spPr>
          <a:xfrm>
            <a:off x="5187003" y="6374162"/>
            <a:ext cx="65755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/>
              <a:t>맵 예시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73006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95 0.0125 L -0.00195 0.0125 C -0.00378 0.01597 -0.0056 0.01967 -0.00742 0.02291 C -0.01159 0.03032 -0.0125 0.02986 -0.01576 0.03819 C -0.01745 0.04259 -0.01836 0.04815 -0.02044 0.05208 C -0.02175 0.05463 -0.02318 0.05694 -0.02435 0.05972 C -0.02552 0.0625 -0.0263 0.06574 -0.02748 0.06875 C -0.0293 0.07361 -0.0293 0.07361 -0.03138 0.07708 C -0.03164 0.0787 -0.03203 0.08032 -0.03242 0.08194 C -0.0332 0.08403 -0.03438 0.08727 -0.03555 0.08889 C -0.03672 0.09051 -0.03737 0.09074 -0.03867 0.09166 C -0.04623 0.09097 -0.05365 0.09074 -0.06107 0.08958 C -0.06849 0.08842 -0.07057 0.08703 -0.07695 0.08403 C -0.07721 0.08264 -0.07748 0.08125 -0.07748 0.07986 C -0.07748 0.07847 -0.07721 0.07708 -0.07695 0.07569 C -0.07513 0.06481 -0.07136 0.06504 -0.0668 0.05208 C -0.05794 0.02615 -0.06589 0.05 -0.06055 0.03264 C -0.05951 0.02893 -0.05977 0.03171 -0.05873 0.02639 C -0.05781 0.02222 -0.05755 0.01921 -0.05716 0.01528 C -0.05716 0.01435 -0.0569 0.0125 -0.05742 0.0125 C -0.06393 0.01157 -0.06576 0.01389 -0.07123 0.01597 C -0.07266 0.01666 -0.07435 0.0169 -0.07591 0.01736 L -0.12227 0.01666 C -0.12891 0.01643 -0.13021 0.01574 -0.13633 0.01528 C -0.14115 0.01504 -0.14596 0.01481 -0.15091 0.01458 C -0.19701 0.00278 -0.24453 0.00347 -0.29076 0.01528 C -0.29154 0.01574 -0.29219 0.01643 -0.2931 0.01666 C -0.29401 0.01713 -0.29518 0.0169 -0.29623 0.01736 C -0.29701 0.01782 -0.29766 0.01875 -0.29857 0.01944 C -0.30287 0.02315 -0.30156 0.02129 -0.30586 0.02639 C -0.30729 0.02801 -0.30846 0.02986 -0.30977 0.03125 C -0.31471 0.03657 -0.31393 0.03426 -0.31888 0.04097 C -0.33268 0.06018 -0.31458 0.0375 -0.32695 0.05278 C -0.328 0.05555 -0.32891 0.05833 -0.32982 0.06111 C -0.33008 0.0625 -0.33047 0.06389 -0.33086 0.06528 C -0.33346 0.07268 -0.33737 0.07824 -0.34024 0.08541 C -0.34102 0.08703 -0.34154 0.08889 -0.34232 0.09028 C -0.34297 0.0919 -0.34375 0.09305 -0.34466 0.09444 C -0.34662 0.09768 -0.34675 0.09699 -0.34857 0.10069 C -0.34974 0.10347 -0.35 0.10486 -0.35078 0.10764 C -0.35065 0.10833 -0.35039 0.10926 -0.35013 0.10972 C -0.34909 0.11134 -0.34818 0.11319 -0.34701 0.11389 C -0.34245 0.1169 -0.34193 0.11805 -0.33841 0.11875 C -0.33464 0.11944 -0.33086 0.12037 -0.32695 0.12083 C -0.32162 0.12153 -0.31602 0.12176 -0.31055 0.12222 L -0.29649 0.12361 C -0.24505 0.13727 -0.28659 0.12708 -0.1556 0.125 C -0.15391 0.125 -0.15248 0.12361 -0.15091 0.12361 L -0.07669 0.12291 C -0.07565 0.12245 -0.07448 0.12153 -0.07357 0.12153 C -0.07305 0.12153 -0.07279 0.12199 -0.07227 0.12222 C -0.07227 0.12338 -0.07214 0.12453 -0.07201 0.12569 C -0.07175 0.12731 -0.07123 0.12893 -0.07123 0.13055 C -0.07109 0.13379 -0.07109 0.13727 -0.07149 0.14028 C -0.0724 0.14583 -0.07448 0.14768 -0.07617 0.15208 C -0.07695 0.15416 -0.07748 0.15648 -0.07826 0.15833 C -0.07891 0.16018 -0.07982 0.16157 -0.0806 0.16319 C -0.08138 0.16528 -0.08203 0.16736 -0.08294 0.16944 C -0.08373 0.17153 -0.0849 0.17338 -0.08555 0.17569 C -0.08646 0.17824 -0.08672 0.18102 -0.08763 0.18333 C -0.08828 0.18541 -0.08919 0.18703 -0.08998 0.18889 C -0.09583 0.20578 -0.08971 0.18935 -0.09336 0.20139 C -0.09375 0.20254 -0.09427 0.20324 -0.09466 0.20416 C -0.09531 0.20602 -0.09596 0.20787 -0.09649 0.20972 C -0.09909 0.2243 -0.09701 0.21389 -0.10091 0.22916 C -0.10156 0.23194 -0.10221 0.23472 -0.10274 0.2375 C -0.10326 0.23935 -0.10352 0.24143 -0.10404 0.24305 C -0.1043 0.24444 -0.10482 0.24537 -0.10508 0.24653 C -0.10573 0.24884 -0.10599 0.25139 -0.10664 0.25347 C -0.10742 0.25532 -0.10807 0.25717 -0.10873 0.25903 C -0.10925 0.26088 -0.1099 0.26504 -0.11029 0.26666 C -0.11042 0.26782 -0.11081 0.26898 -0.11107 0.27014 C -0.1112 0.27106 -0.11107 0.27222 -0.11133 0.27291 C -0.11159 0.27361 -0.11211 0.27407 -0.11263 0.2743 C -0.11484 0.27662 -0.11432 0.27615 -0.11654 0.27708 L -0.28399 0.27569 C -0.28607 0.27569 -0.28789 0.2743 -0.28998 0.27361 C -0.29141 0.27315 -0.2931 0.27268 -0.29466 0.27222 C -0.29675 0.27083 -0.29974 0.26944 -0.30169 0.26666 C -0.30208 0.26597 -0.30248 0.26481 -0.30274 0.26389 C -0.30182 0.25578 -0.30182 0.24861 -0.29935 0.24166 C -0.29831 0.23935 -0.29727 0.23703 -0.29623 0.23472 C -0.29336 0.22893 -0.29258 0.22708 -0.28867 0.22291 C -0.28698 0.22106 -0.28503 0.2199 -0.2832 0.21805 C -0.27109 0.20555 -0.28906 0.22037 -0.2681 0.20486 L -0.26341 0.20139 C -0.26172 0.20023 -0.2599 0.1993 -0.2582 0.19791 C -0.25716 0.19699 -0.25599 0.19583 -0.25482 0.19514 C -0.25274 0.19421 -0.25052 0.19398 -0.24857 0.19305 C -0.24675 0.19259 -0.24518 0.19166 -0.24336 0.19097 C -0.23984 0.18981 -0.23607 0.18935 -0.23242 0.1875 C -0.2237 0.18333 -0.23112 0.18657 -0.21602 0.18264 C -0.21185 0.18171 -0.20781 0.17986 -0.20352 0.17916 C -0.19818 0.17824 -0.20065 0.17893 -0.19623 0.17778 L -0.04466 0.17986 C -0.04388 0.17986 -0.0431 0.18102 -0.04258 0.18194 C -0.0405 0.18657 -0.04011 0.18981 -0.03919 0.19514 C -0.03971 0.20185 -0.04011 0.20856 -0.04076 0.21528 C -0.04115 0.22106 -0.04154 0.22569 -0.04336 0.23055 C -0.04414 0.2324 -0.04518 0.23356 -0.04623 0.23472 C -0.04948 0.23912 -0.05326 0.24236 -0.05638 0.24722 C -0.05768 0.2493 -0.05899 0.25139 -0.06029 0.25347 C -0.06172 0.25625 -0.06276 0.25995 -0.06367 0.26319 C -0.06445 0.26574 -0.06667 0.27477 -0.06732 0.27778 C -0.07018 0.29421 -0.06471 0.27083 -0.06992 0.29444 C -0.07162 0.30185 -0.07305 0.30903 -0.07513 0.31597 C -0.07539 0.31736 -0.07591 0.31875 -0.07617 0.32014 C -0.07721 0.32407 -0.07774 0.32778 -0.07852 0.33194 C -0.08255 0.35069 -0.0793 0.33403 -0.08399 0.35416 C -0.0862 0.36342 -0.08815 0.37268 -0.09024 0.38194 C -0.09063 0.38379 -0.09102 0.38541 -0.09154 0.3868 C -0.09492 0.39722 -0.08958 0.38078 -0.09414 0.39653 C -0.09492 0.39907 -0.0957 0.40115 -0.09649 0.40347 C -0.09675 0.40463 -0.09675 0.40602 -0.09701 0.40694 C -0.0974 0.40879 -0.09792 0.41041 -0.09857 0.4118 C -0.10091 0.41852 -0.10248 0.42199 -0.10586 0.42708 C -0.10807 0.43055 -0.11068 0.43449 -0.11367 0.43541 C -0.11628 0.43634 -0.11888 0.43634 -0.12149 0.43703 C -0.12331 0.43518 -0.12539 0.43472 -0.12669 0.43194 C -0.12748 0.43032 -0.12734 0.42754 -0.12748 0.425 C -0.12761 0.41852 -0.12643 0.41065 -0.12461 0.40486 C -0.1237 0.40162 -0.12214 0.39884 -0.1207 0.39583 C -0.1194 0.39328 -0.11797 0.39074 -0.11654 0.38819 C -0.11419 0.38472 -0.11146 0.38264 -0.10873 0.38055 C -0.1069 0.3794 -0.10508 0.37801 -0.10326 0.37708 C -0.10156 0.37639 -0.09987 0.37615 -0.09805 0.37569 C -0.0905 0.37592 -0.08268 0.37569 -0.07513 0.37639 C -0.07175 0.37685 -0.06862 0.3787 -0.06524 0.37916 C -0.06237 0.37986 -0.05925 0.37963 -0.05638 0.37986 C -0.02787 0.38449 -0.05065 0.38125 0.01211 0.38125 " pathEditMode="relative" ptsTypes="AAAAAAAAAAAAAAAAAAAAAAAAAAAAAAAAAAAAAAAAAAAAAAAAAAAAAAAAAAAAAAAAAAAAAAAAAAAAAAAAAAAAAAAAAAAAAAAAAAAAAAAAAAAAAAAAAAAAAAAAAAAAAAAAAA">
                                      <p:cBhvr>
                                        <p:cTn id="12" dur="50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7787EB-96BD-177C-2437-A7E56644F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게임 정보 </a:t>
            </a:r>
            <a:r>
              <a:rPr lang="en-US" altLang="ko-KR" dirty="0"/>
              <a:t>: </a:t>
            </a:r>
            <a:r>
              <a:rPr lang="ko-KR" altLang="en-US" dirty="0"/>
              <a:t>주요 시스템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B42E16E8-EAA5-E542-C2DC-98571037E9E4}"/>
              </a:ext>
            </a:extLst>
          </p:cNvPr>
          <p:cNvGrpSpPr/>
          <p:nvPr/>
        </p:nvGrpSpPr>
        <p:grpSpPr>
          <a:xfrm>
            <a:off x="977502" y="2129962"/>
            <a:ext cx="10236997" cy="4314612"/>
            <a:chOff x="943350" y="2129962"/>
            <a:chExt cx="10236997" cy="4314612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2C2226A4-81F6-8D1E-E380-EE7CF4C955B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04972" y="2312209"/>
              <a:ext cx="2520000" cy="2512962"/>
            </a:xfrm>
            <a:prstGeom prst="rect">
              <a:avLst/>
            </a:prstGeom>
          </p:spPr>
        </p:pic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CFF53833-C94D-1363-025D-FBF996B4F38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642409" y="2129962"/>
              <a:ext cx="2520000" cy="2877457"/>
              <a:chOff x="8742604" y="3079750"/>
              <a:chExt cx="2790825" cy="3186697"/>
            </a:xfrm>
          </p:grpSpPr>
          <p:pic>
            <p:nvPicPr>
              <p:cNvPr id="9" name="Picture 8" descr="우는 천사 - 나무위키">
                <a:extLst>
                  <a:ext uri="{FF2B5EF4-FFF2-40B4-BE49-F238E27FC236}">
                    <a16:creationId xmlns:a16="http://schemas.microsoft.com/office/drawing/2014/main" id="{804DA726-C543-3BDC-0B92-771F62291F6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42604" y="3079750"/>
                <a:ext cx="2790825" cy="16383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" name="Picture 12" descr="닥터 후: 시즌3 10화 '블링크(우는 천사)' 리뷰 : 네이버 블로그">
                <a:extLst>
                  <a:ext uri="{FF2B5EF4-FFF2-40B4-BE49-F238E27FC236}">
                    <a16:creationId xmlns:a16="http://schemas.microsoft.com/office/drawing/2014/main" id="{B9AB46DC-DC62-5DFD-4551-9A30EDE71AC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42605" y="4718050"/>
                <a:ext cx="2790824" cy="154839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05CA8C22-BBB9-28E9-9ACC-361101E1750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46364" y="2613102"/>
              <a:ext cx="2520000" cy="1911177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E1A55E6-CC0B-932E-15F7-0CC210ACCE54}"/>
                </a:ext>
              </a:extLst>
            </p:cNvPr>
            <p:cNvSpPr txBox="1"/>
            <p:nvPr/>
          </p:nvSpPr>
          <p:spPr>
            <a:xfrm>
              <a:off x="4472989" y="5321190"/>
              <a:ext cx="2738250" cy="9848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2200" b="1" dirty="0"/>
                <a:t>적대적 캐릭터</a:t>
              </a:r>
              <a:endParaRPr lang="en-US" altLang="ko-KR" sz="2200" b="1" dirty="0"/>
            </a:p>
            <a:p>
              <a:pPr algn="ctr"/>
              <a:r>
                <a:rPr lang="ko-KR" altLang="en-US" dirty="0"/>
                <a:t>우는 천사 컨셉을 활용한</a:t>
              </a:r>
              <a:endParaRPr lang="en-US" altLang="ko-KR" dirty="0"/>
            </a:p>
            <a:p>
              <a:pPr algn="ctr"/>
              <a:r>
                <a:rPr lang="ko-KR" altLang="en-US" b="1" dirty="0"/>
                <a:t>마네킹</a:t>
              </a:r>
              <a:endParaRPr lang="en-US" altLang="ko-KR" b="1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4E4B5E8-4FB1-4D9A-1DD8-349B7B15F48B}"/>
                </a:ext>
              </a:extLst>
            </p:cNvPr>
            <p:cNvSpPr txBox="1"/>
            <p:nvPr/>
          </p:nvSpPr>
          <p:spPr>
            <a:xfrm>
              <a:off x="7749600" y="5321190"/>
              <a:ext cx="3430747" cy="9848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2200" b="1" dirty="0"/>
                <a:t>조력자 캐릭터</a:t>
              </a:r>
              <a:endParaRPr lang="en-US" altLang="ko-KR" sz="2200" b="1" dirty="0"/>
            </a:p>
            <a:p>
              <a:pPr algn="ctr"/>
              <a:r>
                <a:rPr lang="ko-KR" altLang="en-US" dirty="0"/>
                <a:t>유저의 게임 플레이를 도와주는</a:t>
              </a:r>
              <a:endParaRPr lang="en-US" altLang="ko-KR" dirty="0"/>
            </a:p>
            <a:p>
              <a:pPr algn="ctr"/>
              <a:r>
                <a:rPr lang="ko-KR" altLang="en-US" b="1" dirty="0"/>
                <a:t>여성 캐릭터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9D3FA26-C3CF-9C47-A9E0-5EC8708E9EDB}"/>
                </a:ext>
              </a:extLst>
            </p:cNvPr>
            <p:cNvSpPr txBox="1"/>
            <p:nvPr/>
          </p:nvSpPr>
          <p:spPr>
            <a:xfrm>
              <a:off x="943350" y="5182690"/>
              <a:ext cx="2656496" cy="12618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2200" b="1" dirty="0"/>
                <a:t>맵 </a:t>
              </a:r>
              <a:r>
                <a:rPr lang="ko-KR" altLang="en-US" sz="2200" b="1" dirty="0" err="1"/>
                <a:t>기믹</a:t>
              </a:r>
              <a:endParaRPr lang="en-US" altLang="ko-KR" sz="2200" b="1" dirty="0"/>
            </a:p>
            <a:p>
              <a:pPr algn="ctr"/>
              <a:r>
                <a:rPr lang="ko-KR" altLang="en-US" dirty="0"/>
                <a:t>유저의 동선을 유도하고</a:t>
              </a:r>
              <a:endParaRPr lang="en-US" altLang="ko-KR" dirty="0"/>
            </a:p>
            <a:p>
              <a:pPr algn="ctr"/>
              <a:r>
                <a:rPr lang="ko-KR" altLang="en-US" dirty="0"/>
                <a:t>공포를 강조하는</a:t>
              </a:r>
              <a:endParaRPr lang="en-US" altLang="ko-KR" dirty="0"/>
            </a:p>
            <a:p>
              <a:pPr algn="ctr"/>
              <a:r>
                <a:rPr lang="ko-KR" altLang="en-US" b="1" dirty="0"/>
                <a:t>방화 셔터</a:t>
              </a:r>
              <a:endParaRPr lang="en-US" altLang="ko-KR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7382916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EE3E7-30C0-35D4-4FAB-23C1DBBD6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5C2580-3A7E-44C3-9927-37A981C5E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게임 정보 </a:t>
            </a:r>
            <a:r>
              <a:rPr lang="en-US" altLang="ko-KR" dirty="0"/>
              <a:t>: </a:t>
            </a:r>
            <a:r>
              <a:rPr lang="ko-KR" altLang="en-US" dirty="0"/>
              <a:t>주요 시스템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D2CCB396-F16C-060C-FBB0-590FE4B1F1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037" y="2613102"/>
            <a:ext cx="2520000" cy="191117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E821697-4751-67B5-EA41-F4B63D3EC05F}"/>
              </a:ext>
            </a:extLst>
          </p:cNvPr>
          <p:cNvSpPr txBox="1"/>
          <p:nvPr/>
        </p:nvSpPr>
        <p:spPr>
          <a:xfrm>
            <a:off x="359023" y="5182690"/>
            <a:ext cx="2656496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200" b="1" dirty="0"/>
              <a:t>맵 </a:t>
            </a:r>
            <a:r>
              <a:rPr lang="ko-KR" altLang="en-US" sz="2200" b="1" dirty="0" err="1"/>
              <a:t>기믹</a:t>
            </a:r>
            <a:endParaRPr lang="en-US" altLang="ko-KR" sz="2200" b="1" dirty="0"/>
          </a:p>
          <a:p>
            <a:pPr algn="ctr"/>
            <a:r>
              <a:rPr lang="ko-KR" altLang="en-US" dirty="0"/>
              <a:t>유저의 동선을 유도하고</a:t>
            </a:r>
            <a:endParaRPr lang="en-US" altLang="ko-KR" dirty="0"/>
          </a:p>
          <a:p>
            <a:pPr algn="ctr"/>
            <a:r>
              <a:rPr lang="ko-KR" altLang="en-US" dirty="0"/>
              <a:t>공포를 강조하는</a:t>
            </a:r>
            <a:endParaRPr lang="en-US" altLang="ko-KR" dirty="0"/>
          </a:p>
          <a:p>
            <a:pPr algn="ctr"/>
            <a:r>
              <a:rPr lang="ko-KR" altLang="en-US" b="1" dirty="0"/>
              <a:t>방화 셔터</a:t>
            </a:r>
            <a:endParaRPr lang="en-US" altLang="ko-KR" b="1" dirty="0"/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C832B7E7-6575-526A-C126-ACBF1F0C2B12}"/>
              </a:ext>
            </a:extLst>
          </p:cNvPr>
          <p:cNvGrpSpPr>
            <a:grpSpLocks noChangeAspect="1"/>
          </p:cNvGrpSpPr>
          <p:nvPr/>
        </p:nvGrpSpPr>
        <p:grpSpPr>
          <a:xfrm>
            <a:off x="3931791" y="1723116"/>
            <a:ext cx="4508025" cy="1455880"/>
            <a:chOff x="3015519" y="2493548"/>
            <a:chExt cx="9004475" cy="2908022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06631230-B1B7-C0B5-B36C-2D0F58D1FABC}"/>
                </a:ext>
              </a:extLst>
            </p:cNvPr>
            <p:cNvSpPr/>
            <p:nvPr/>
          </p:nvSpPr>
          <p:spPr>
            <a:xfrm>
              <a:off x="6655443" y="2493548"/>
              <a:ext cx="1724627" cy="290802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302C49D6-A42E-0610-4D97-79BFE2205DC3}"/>
                </a:ext>
              </a:extLst>
            </p:cNvPr>
            <p:cNvSpPr/>
            <p:nvPr/>
          </p:nvSpPr>
          <p:spPr>
            <a:xfrm>
              <a:off x="8570740" y="2493548"/>
              <a:ext cx="1724627" cy="290802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16A41AB2-1734-DFF3-BFCE-AE31E57E8915}"/>
                </a:ext>
              </a:extLst>
            </p:cNvPr>
            <p:cNvSpPr/>
            <p:nvPr/>
          </p:nvSpPr>
          <p:spPr>
            <a:xfrm>
              <a:off x="10295367" y="2493548"/>
              <a:ext cx="1724627" cy="290802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F1E7C56B-5CF3-4F1F-16AF-82D1810B4B80}"/>
                </a:ext>
              </a:extLst>
            </p:cNvPr>
            <p:cNvSpPr/>
            <p:nvPr/>
          </p:nvSpPr>
          <p:spPr>
            <a:xfrm>
              <a:off x="3015519" y="2493548"/>
              <a:ext cx="1724627" cy="290802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82A2E01B-BD04-BBAD-52E5-18C76F7E5284}"/>
                </a:ext>
              </a:extLst>
            </p:cNvPr>
            <p:cNvSpPr/>
            <p:nvPr/>
          </p:nvSpPr>
          <p:spPr>
            <a:xfrm>
              <a:off x="4740146" y="2493548"/>
              <a:ext cx="1724627" cy="290802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3D6EF8FF-E625-11F3-85D3-011BB3110A76}"/>
                </a:ext>
              </a:extLst>
            </p:cNvPr>
            <p:cNvSpPr/>
            <p:nvPr/>
          </p:nvSpPr>
          <p:spPr>
            <a:xfrm>
              <a:off x="7235021" y="3611300"/>
              <a:ext cx="565470" cy="1252105"/>
            </a:xfrm>
            <a:prstGeom prst="rect">
              <a:avLst/>
            </a:prstGeom>
            <a:solidFill>
              <a:srgbClr val="F2F2F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E8E6E4D4-AAEB-73AE-3C93-58FB1D04A1B5}"/>
                </a:ext>
              </a:extLst>
            </p:cNvPr>
            <p:cNvSpPr/>
            <p:nvPr/>
          </p:nvSpPr>
          <p:spPr>
            <a:xfrm>
              <a:off x="11829963" y="4086226"/>
              <a:ext cx="190031" cy="876105"/>
            </a:xfrm>
            <a:prstGeom prst="rect">
              <a:avLst/>
            </a:prstGeom>
            <a:solidFill>
              <a:srgbClr val="F2F2F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7DF3E26A-BD9F-7A19-4E6C-213F9DC3EF03}"/>
                </a:ext>
              </a:extLst>
            </p:cNvPr>
            <p:cNvSpPr/>
            <p:nvPr/>
          </p:nvSpPr>
          <p:spPr>
            <a:xfrm>
              <a:off x="4457411" y="3694702"/>
              <a:ext cx="565470" cy="576720"/>
            </a:xfrm>
            <a:prstGeom prst="rect">
              <a:avLst/>
            </a:prstGeom>
            <a:solidFill>
              <a:srgbClr val="F2F2F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44608660-65CA-D0B6-DB3F-3B26708D5041}"/>
                </a:ext>
              </a:extLst>
            </p:cNvPr>
            <p:cNvSpPr/>
            <p:nvPr/>
          </p:nvSpPr>
          <p:spPr>
            <a:xfrm>
              <a:off x="7036144" y="4112270"/>
              <a:ext cx="914400" cy="15915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3EC09668-5071-2A0F-5D60-54B160295B71}"/>
              </a:ext>
            </a:extLst>
          </p:cNvPr>
          <p:cNvGrpSpPr>
            <a:grpSpLocks noChangeAspect="1"/>
          </p:cNvGrpSpPr>
          <p:nvPr/>
        </p:nvGrpSpPr>
        <p:grpSpPr>
          <a:xfrm>
            <a:off x="3931791" y="3253424"/>
            <a:ext cx="4508025" cy="1455880"/>
            <a:chOff x="3015519" y="2493548"/>
            <a:chExt cx="9004475" cy="2908022"/>
          </a:xfrm>
        </p:grpSpPr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A4D23B36-3BAD-31BE-D985-4EC6B597B095}"/>
                </a:ext>
              </a:extLst>
            </p:cNvPr>
            <p:cNvSpPr/>
            <p:nvPr/>
          </p:nvSpPr>
          <p:spPr>
            <a:xfrm>
              <a:off x="6655443" y="2493548"/>
              <a:ext cx="1724627" cy="290802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91E472A6-0015-2B13-05AD-DC3A9EEDE8E4}"/>
                </a:ext>
              </a:extLst>
            </p:cNvPr>
            <p:cNvSpPr/>
            <p:nvPr/>
          </p:nvSpPr>
          <p:spPr>
            <a:xfrm>
              <a:off x="8570740" y="2493548"/>
              <a:ext cx="1724627" cy="290802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609B9143-7EFF-9B0E-8C24-1367A057A546}"/>
                </a:ext>
              </a:extLst>
            </p:cNvPr>
            <p:cNvSpPr/>
            <p:nvPr/>
          </p:nvSpPr>
          <p:spPr>
            <a:xfrm>
              <a:off x="10295367" y="2493548"/>
              <a:ext cx="1724627" cy="290802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A5C7408F-FA0E-B137-07EC-513EA7E2FAEA}"/>
                </a:ext>
              </a:extLst>
            </p:cNvPr>
            <p:cNvSpPr/>
            <p:nvPr/>
          </p:nvSpPr>
          <p:spPr>
            <a:xfrm>
              <a:off x="3015519" y="2493548"/>
              <a:ext cx="1724627" cy="290802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4A2DA9D0-5898-9F37-1C33-8CF6920B4664}"/>
                </a:ext>
              </a:extLst>
            </p:cNvPr>
            <p:cNvSpPr/>
            <p:nvPr/>
          </p:nvSpPr>
          <p:spPr>
            <a:xfrm>
              <a:off x="4740146" y="2493548"/>
              <a:ext cx="1724627" cy="290802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741A39D4-A116-5D0F-CDC5-A0D0B355F936}"/>
                </a:ext>
              </a:extLst>
            </p:cNvPr>
            <p:cNvSpPr/>
            <p:nvPr/>
          </p:nvSpPr>
          <p:spPr>
            <a:xfrm>
              <a:off x="7235021" y="3611300"/>
              <a:ext cx="565470" cy="1252105"/>
            </a:xfrm>
            <a:prstGeom prst="rect">
              <a:avLst/>
            </a:prstGeom>
            <a:solidFill>
              <a:srgbClr val="F2F2F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4ECEB797-FD18-4506-0623-77833BF67B64}"/>
                </a:ext>
              </a:extLst>
            </p:cNvPr>
            <p:cNvSpPr/>
            <p:nvPr/>
          </p:nvSpPr>
          <p:spPr>
            <a:xfrm>
              <a:off x="11829963" y="4086226"/>
              <a:ext cx="190031" cy="876105"/>
            </a:xfrm>
            <a:prstGeom prst="rect">
              <a:avLst/>
            </a:prstGeom>
            <a:solidFill>
              <a:srgbClr val="F2F2F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D7B34CB5-61CB-00BC-B7C2-9BC311453D3B}"/>
                </a:ext>
              </a:extLst>
            </p:cNvPr>
            <p:cNvSpPr/>
            <p:nvPr/>
          </p:nvSpPr>
          <p:spPr>
            <a:xfrm>
              <a:off x="4457411" y="3694702"/>
              <a:ext cx="565469" cy="576721"/>
            </a:xfrm>
            <a:prstGeom prst="rect">
              <a:avLst/>
            </a:prstGeom>
            <a:solidFill>
              <a:srgbClr val="F2F2F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28D70F0E-CC09-FCAA-1466-C745FB793CDE}"/>
                </a:ext>
              </a:extLst>
            </p:cNvPr>
            <p:cNvSpPr/>
            <p:nvPr/>
          </p:nvSpPr>
          <p:spPr>
            <a:xfrm>
              <a:off x="7036144" y="4112270"/>
              <a:ext cx="914400" cy="15915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83D5F948-4FF2-2A7E-9ECD-EBBE40FFFE32}"/>
              </a:ext>
            </a:extLst>
          </p:cNvPr>
          <p:cNvGrpSpPr>
            <a:grpSpLocks noChangeAspect="1"/>
          </p:cNvGrpSpPr>
          <p:nvPr/>
        </p:nvGrpSpPr>
        <p:grpSpPr>
          <a:xfrm>
            <a:off x="3931791" y="4791765"/>
            <a:ext cx="4508025" cy="1455880"/>
            <a:chOff x="3015519" y="2493548"/>
            <a:chExt cx="9004475" cy="2908022"/>
          </a:xfrm>
        </p:grpSpPr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0B6DB752-6538-DA9D-D4DA-1D4437812B71}"/>
                </a:ext>
              </a:extLst>
            </p:cNvPr>
            <p:cNvSpPr/>
            <p:nvPr/>
          </p:nvSpPr>
          <p:spPr>
            <a:xfrm>
              <a:off x="6655443" y="2493548"/>
              <a:ext cx="1724627" cy="290802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FCD5EC22-7353-2B46-6153-EF86774723DA}"/>
                </a:ext>
              </a:extLst>
            </p:cNvPr>
            <p:cNvSpPr/>
            <p:nvPr/>
          </p:nvSpPr>
          <p:spPr>
            <a:xfrm>
              <a:off x="8570740" y="2493548"/>
              <a:ext cx="1724627" cy="290802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608469EB-A5B6-EEA0-C92D-F9DE3E8C21C4}"/>
                </a:ext>
              </a:extLst>
            </p:cNvPr>
            <p:cNvSpPr/>
            <p:nvPr/>
          </p:nvSpPr>
          <p:spPr>
            <a:xfrm>
              <a:off x="10295367" y="2493548"/>
              <a:ext cx="1724627" cy="290802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40869D92-FF3F-F045-E837-82B6C6745952}"/>
                </a:ext>
              </a:extLst>
            </p:cNvPr>
            <p:cNvSpPr/>
            <p:nvPr/>
          </p:nvSpPr>
          <p:spPr>
            <a:xfrm>
              <a:off x="3015519" y="2493548"/>
              <a:ext cx="1724627" cy="290802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F1134800-8848-C388-DBBD-C950F5F5738A}"/>
                </a:ext>
              </a:extLst>
            </p:cNvPr>
            <p:cNvSpPr/>
            <p:nvPr/>
          </p:nvSpPr>
          <p:spPr>
            <a:xfrm>
              <a:off x="4740146" y="2493548"/>
              <a:ext cx="1724623" cy="290802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CBDAF06D-116C-1709-C7D7-24FF6A51F1D0}"/>
              </a:ext>
            </a:extLst>
          </p:cNvPr>
          <p:cNvSpPr txBox="1"/>
          <p:nvPr/>
        </p:nvSpPr>
        <p:spPr>
          <a:xfrm>
            <a:off x="3259310" y="2243863"/>
            <a:ext cx="4267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3F</a:t>
            </a:r>
            <a:endParaRPr lang="ko-KR" alt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D72AF69-9274-E6DD-8581-6F2F259845C5}"/>
              </a:ext>
            </a:extLst>
          </p:cNvPr>
          <p:cNvSpPr txBox="1"/>
          <p:nvPr/>
        </p:nvSpPr>
        <p:spPr>
          <a:xfrm>
            <a:off x="3259310" y="3789451"/>
            <a:ext cx="4267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2F</a:t>
            </a:r>
            <a:endParaRPr lang="ko-KR" alt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413CA7D-5A07-2527-0E10-6E1D5F4C82B9}"/>
              </a:ext>
            </a:extLst>
          </p:cNvPr>
          <p:cNvSpPr txBox="1"/>
          <p:nvPr/>
        </p:nvSpPr>
        <p:spPr>
          <a:xfrm>
            <a:off x="3259310" y="5335039"/>
            <a:ext cx="4267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1F</a:t>
            </a:r>
            <a:endParaRPr lang="ko-KR" altLang="en-US" dirty="0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EDC7D3D8-9C33-3463-512A-30AEAD8971E6}"/>
              </a:ext>
            </a:extLst>
          </p:cNvPr>
          <p:cNvSpPr/>
          <p:nvPr/>
        </p:nvSpPr>
        <p:spPr>
          <a:xfrm>
            <a:off x="6044254" y="5669266"/>
            <a:ext cx="283098" cy="288731"/>
          </a:xfrm>
          <a:prstGeom prst="rect">
            <a:avLst/>
          </a:prstGeom>
          <a:solidFill>
            <a:srgbClr val="15608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3B57BEEA-C8D1-3090-BAF8-36C5A15C4F93}"/>
              </a:ext>
            </a:extLst>
          </p:cNvPr>
          <p:cNvSpPr/>
          <p:nvPr/>
        </p:nvSpPr>
        <p:spPr>
          <a:xfrm>
            <a:off x="6548714" y="1924322"/>
            <a:ext cx="212723" cy="1374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C1FBC7BB-21EA-7361-8E63-A8DF63269DB8}"/>
              </a:ext>
            </a:extLst>
          </p:cNvPr>
          <p:cNvSpPr/>
          <p:nvPr/>
        </p:nvSpPr>
        <p:spPr>
          <a:xfrm>
            <a:off x="6548714" y="2959095"/>
            <a:ext cx="212723" cy="1374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D3106BBB-2BEE-336C-59EB-203953E81D8D}"/>
              </a:ext>
            </a:extLst>
          </p:cNvPr>
          <p:cNvSpPr/>
          <p:nvPr/>
        </p:nvSpPr>
        <p:spPr>
          <a:xfrm>
            <a:off x="5600002" y="1928773"/>
            <a:ext cx="212723" cy="1374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D9F99CE5-BE9E-2128-3324-1508AD1C71C8}"/>
              </a:ext>
            </a:extLst>
          </p:cNvPr>
          <p:cNvSpPr/>
          <p:nvPr/>
        </p:nvSpPr>
        <p:spPr>
          <a:xfrm>
            <a:off x="5600002" y="2963546"/>
            <a:ext cx="212723" cy="1374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42439BA4-5881-BF4E-12F5-531E310B4C8D}"/>
              </a:ext>
            </a:extLst>
          </p:cNvPr>
          <p:cNvSpPr/>
          <p:nvPr/>
        </p:nvSpPr>
        <p:spPr>
          <a:xfrm>
            <a:off x="6548714" y="3353592"/>
            <a:ext cx="212723" cy="4594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6631C8B9-697F-64DE-2100-75D1762BFF92}"/>
              </a:ext>
            </a:extLst>
          </p:cNvPr>
          <p:cNvSpPr/>
          <p:nvPr/>
        </p:nvSpPr>
        <p:spPr>
          <a:xfrm>
            <a:off x="6548714" y="4470860"/>
            <a:ext cx="212723" cy="1374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B51022E7-8FF5-DAA3-B733-A9DDED523ACC}"/>
              </a:ext>
            </a:extLst>
          </p:cNvPr>
          <p:cNvSpPr/>
          <p:nvPr/>
        </p:nvSpPr>
        <p:spPr>
          <a:xfrm>
            <a:off x="5600002" y="3353593"/>
            <a:ext cx="212723" cy="4594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F21DF27A-4E2F-BD94-00C0-FC6CE1AE1C93}"/>
              </a:ext>
            </a:extLst>
          </p:cNvPr>
          <p:cNvSpPr/>
          <p:nvPr/>
        </p:nvSpPr>
        <p:spPr>
          <a:xfrm>
            <a:off x="5600002" y="4475311"/>
            <a:ext cx="212723" cy="1374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5B2FA16B-5132-05A3-1221-18B39832D38E}"/>
              </a:ext>
            </a:extLst>
          </p:cNvPr>
          <p:cNvSpPr/>
          <p:nvPr/>
        </p:nvSpPr>
        <p:spPr>
          <a:xfrm>
            <a:off x="6563966" y="4815586"/>
            <a:ext cx="212723" cy="13985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9EB9FF29-F563-8336-D7FC-AB35746199B9}"/>
              </a:ext>
            </a:extLst>
          </p:cNvPr>
          <p:cNvSpPr/>
          <p:nvPr/>
        </p:nvSpPr>
        <p:spPr>
          <a:xfrm>
            <a:off x="5615254" y="4815586"/>
            <a:ext cx="212723" cy="13985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858AE4D3-D72F-91D1-47F0-43A421185486}"/>
              </a:ext>
            </a:extLst>
          </p:cNvPr>
          <p:cNvSpPr/>
          <p:nvPr/>
        </p:nvSpPr>
        <p:spPr>
          <a:xfrm>
            <a:off x="6044254" y="6177211"/>
            <a:ext cx="283098" cy="13595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7085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EECBA4-FE63-EB93-AD24-3388D6AD4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423B1C44-0255-D0CB-6ACD-87056CBDD44C}"/>
              </a:ext>
            </a:extLst>
          </p:cNvPr>
          <p:cNvSpPr/>
          <p:nvPr/>
        </p:nvSpPr>
        <p:spPr>
          <a:xfrm>
            <a:off x="3715101" y="1825246"/>
            <a:ext cx="3998068" cy="3540868"/>
          </a:xfrm>
          <a:prstGeom prst="rect">
            <a:avLst/>
          </a:prstGeom>
          <a:solidFill>
            <a:srgbClr val="ECF0F3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이등변 삼각형 6">
            <a:extLst>
              <a:ext uri="{FF2B5EF4-FFF2-40B4-BE49-F238E27FC236}">
                <a16:creationId xmlns:a16="http://schemas.microsoft.com/office/drawing/2014/main" id="{B3D15C09-C6C3-4E11-27AD-EC344B922E72}"/>
              </a:ext>
            </a:extLst>
          </p:cNvPr>
          <p:cNvSpPr/>
          <p:nvPr/>
        </p:nvSpPr>
        <p:spPr>
          <a:xfrm rot="16200000">
            <a:off x="6849465" y="4434209"/>
            <a:ext cx="571338" cy="187412"/>
          </a:xfrm>
          <a:prstGeom prst="triangle">
            <a:avLst/>
          </a:prstGeom>
          <a:solidFill>
            <a:srgbClr val="FFFF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자유형: 도형 25">
            <a:extLst>
              <a:ext uri="{FF2B5EF4-FFF2-40B4-BE49-F238E27FC236}">
                <a16:creationId xmlns:a16="http://schemas.microsoft.com/office/drawing/2014/main" id="{63D519A8-0A93-954A-8A4C-9895628F34E0}"/>
              </a:ext>
            </a:extLst>
          </p:cNvPr>
          <p:cNvSpPr/>
          <p:nvPr/>
        </p:nvSpPr>
        <p:spPr>
          <a:xfrm rot="5400000">
            <a:off x="5961308" y="3751850"/>
            <a:ext cx="660541" cy="1462926"/>
          </a:xfrm>
          <a:custGeom>
            <a:avLst/>
            <a:gdLst>
              <a:gd name="csX0" fmla="*/ 0 w 660541"/>
              <a:gd name="csY0" fmla="*/ 1051123 h 1462926"/>
              <a:gd name="csX1" fmla="*/ 374873 w 660541"/>
              <a:gd name="csY1" fmla="*/ 0 h 1462926"/>
              <a:gd name="csX2" fmla="*/ 660541 w 660541"/>
              <a:gd name="csY2" fmla="*/ 800997 h 1462926"/>
              <a:gd name="csX3" fmla="*/ 660541 w 660541"/>
              <a:gd name="csY3" fmla="*/ 1462926 h 1462926"/>
              <a:gd name="csX4" fmla="*/ 58459 w 660541"/>
              <a:gd name="csY4" fmla="*/ 1462926 h 1462926"/>
              <a:gd name="csX5" fmla="*/ 143773 w 660541"/>
              <a:gd name="csY5" fmla="*/ 1066266 h 1462926"/>
              <a:gd name="csX6" fmla="*/ 14751 w 660541"/>
              <a:gd name="csY6" fmla="*/ 1066266 h 1462926"/>
              <a:gd name="csX7" fmla="*/ 14751 w 660541"/>
              <a:gd name="csY7" fmla="*/ 1051123 h 146292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660541" h="1462926">
                <a:moveTo>
                  <a:pt x="0" y="1051123"/>
                </a:moveTo>
                <a:lnTo>
                  <a:pt x="374873" y="0"/>
                </a:lnTo>
                <a:lnTo>
                  <a:pt x="660541" y="800997"/>
                </a:lnTo>
                <a:lnTo>
                  <a:pt x="660541" y="1462926"/>
                </a:lnTo>
                <a:lnTo>
                  <a:pt x="58459" y="1462926"/>
                </a:lnTo>
                <a:lnTo>
                  <a:pt x="143773" y="1066266"/>
                </a:lnTo>
                <a:lnTo>
                  <a:pt x="14751" y="1066266"/>
                </a:lnTo>
                <a:lnTo>
                  <a:pt x="14751" y="1051123"/>
                </a:lnTo>
                <a:close/>
              </a:path>
            </a:pathLst>
          </a:custGeom>
          <a:solidFill>
            <a:srgbClr val="FFFF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818ECA4A-8E04-D987-4976-706B9B852C06}"/>
              </a:ext>
            </a:extLst>
          </p:cNvPr>
          <p:cNvSpPr/>
          <p:nvPr/>
        </p:nvSpPr>
        <p:spPr>
          <a:xfrm>
            <a:off x="6886319" y="4351049"/>
            <a:ext cx="291830" cy="35992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E89AF48-EDA1-9159-4864-3D84F4EB8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게임 정보 </a:t>
            </a:r>
            <a:r>
              <a:rPr lang="en-US" altLang="ko-KR" dirty="0"/>
              <a:t>: </a:t>
            </a:r>
            <a:r>
              <a:rPr lang="ko-KR" altLang="en-US" dirty="0"/>
              <a:t>주요 시스템</a:t>
            </a:r>
          </a:p>
        </p:txBody>
      </p:sp>
      <p:pic>
        <p:nvPicPr>
          <p:cNvPr id="9" name="Picture 8" descr="우는 천사 - 나무위키">
            <a:extLst>
              <a:ext uri="{FF2B5EF4-FFF2-40B4-BE49-F238E27FC236}">
                <a16:creationId xmlns:a16="http://schemas.microsoft.com/office/drawing/2014/main" id="{A9CA7534-D631-B837-DE28-1459465227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156" r="31156"/>
          <a:stretch>
            <a:fillRect/>
          </a:stretch>
        </p:blipFill>
        <p:spPr bwMode="auto">
          <a:xfrm>
            <a:off x="615148" y="2146335"/>
            <a:ext cx="949756" cy="1479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2" descr="닥터 후: 시즌3 10화 '블링크(우는 천사)' 리뷰 : 네이버 블로그">
            <a:extLst>
              <a:ext uri="{FF2B5EF4-FFF2-40B4-BE49-F238E27FC236}">
                <a16:creationId xmlns:a16="http://schemas.microsoft.com/office/drawing/2014/main" id="{CA63470A-5C24-D744-9CED-91E7CCB90A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156" r="31156"/>
          <a:stretch>
            <a:fillRect/>
          </a:stretch>
        </p:blipFill>
        <p:spPr bwMode="auto">
          <a:xfrm>
            <a:off x="1549929" y="2155549"/>
            <a:ext cx="949756" cy="1398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1191382-B2A0-F6D8-C038-4A5C96702335}"/>
              </a:ext>
            </a:extLst>
          </p:cNvPr>
          <p:cNvSpPr txBox="1"/>
          <p:nvPr/>
        </p:nvSpPr>
        <p:spPr>
          <a:xfrm>
            <a:off x="178412" y="5321190"/>
            <a:ext cx="2738250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200" b="1" dirty="0"/>
              <a:t>적대적 캐릭터</a:t>
            </a:r>
            <a:endParaRPr lang="en-US" altLang="ko-KR" sz="2200" b="1" dirty="0"/>
          </a:p>
          <a:p>
            <a:pPr algn="ctr"/>
            <a:r>
              <a:rPr lang="ko-KR" altLang="en-US" dirty="0"/>
              <a:t>우는 천사 컨셉을 활용한</a:t>
            </a:r>
            <a:endParaRPr lang="en-US" altLang="ko-KR" dirty="0"/>
          </a:p>
          <a:p>
            <a:pPr algn="ctr"/>
            <a:r>
              <a:rPr lang="ko-KR" altLang="en-US" b="1" dirty="0"/>
              <a:t>마네킹</a:t>
            </a:r>
            <a:endParaRPr lang="en-US" altLang="ko-KR" b="1" dirty="0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FA03D22E-0A1D-C364-B352-20059929B561}"/>
              </a:ext>
            </a:extLst>
          </p:cNvPr>
          <p:cNvCxnSpPr>
            <a:cxnSpLocks/>
          </p:cNvCxnSpPr>
          <p:nvPr/>
        </p:nvCxnSpPr>
        <p:spPr>
          <a:xfrm>
            <a:off x="4191757" y="2292174"/>
            <a:ext cx="0" cy="2526866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99CA5CF3-CFF7-5B60-3B93-9B86FF41727D}"/>
              </a:ext>
            </a:extLst>
          </p:cNvPr>
          <p:cNvCxnSpPr>
            <a:cxnSpLocks/>
          </p:cNvCxnSpPr>
          <p:nvPr/>
        </p:nvCxnSpPr>
        <p:spPr>
          <a:xfrm>
            <a:off x="4658684" y="2292174"/>
            <a:ext cx="2607013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0B7AC499-5FD5-7405-A506-91838A7B39C4}"/>
              </a:ext>
            </a:extLst>
          </p:cNvPr>
          <p:cNvCxnSpPr>
            <a:cxnSpLocks/>
          </p:cNvCxnSpPr>
          <p:nvPr/>
        </p:nvCxnSpPr>
        <p:spPr>
          <a:xfrm flipH="1">
            <a:off x="4658684" y="4819040"/>
            <a:ext cx="2140086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FE5333BE-3D0E-4E75-A97C-285981D068A5}"/>
              </a:ext>
            </a:extLst>
          </p:cNvPr>
          <p:cNvCxnSpPr>
            <a:cxnSpLocks/>
          </p:cNvCxnSpPr>
          <p:nvPr/>
        </p:nvCxnSpPr>
        <p:spPr>
          <a:xfrm>
            <a:off x="7265697" y="2292174"/>
            <a:ext cx="0" cy="2526866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5B2909CF-9FA1-7546-B07F-5E8E5A4DFFC4}"/>
              </a:ext>
            </a:extLst>
          </p:cNvPr>
          <p:cNvCxnSpPr>
            <a:cxnSpLocks/>
          </p:cNvCxnSpPr>
          <p:nvPr/>
        </p:nvCxnSpPr>
        <p:spPr>
          <a:xfrm>
            <a:off x="4658684" y="2765587"/>
            <a:ext cx="2140086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18C9595B-9E95-D30B-76F6-8F5AC83D5FDB}"/>
              </a:ext>
            </a:extLst>
          </p:cNvPr>
          <p:cNvCxnSpPr>
            <a:cxnSpLocks/>
          </p:cNvCxnSpPr>
          <p:nvPr/>
        </p:nvCxnSpPr>
        <p:spPr>
          <a:xfrm>
            <a:off x="6367511" y="4309043"/>
            <a:ext cx="431259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D85F93D8-E753-4D71-737C-08F24A03DA60}"/>
              </a:ext>
            </a:extLst>
          </p:cNvPr>
          <p:cNvCxnSpPr>
            <a:cxnSpLocks/>
          </p:cNvCxnSpPr>
          <p:nvPr/>
        </p:nvCxnSpPr>
        <p:spPr>
          <a:xfrm>
            <a:off x="5560115" y="3741595"/>
            <a:ext cx="0" cy="1624519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9963B48B-A128-D8C2-CBD1-79E5ACBAC310}"/>
              </a:ext>
            </a:extLst>
          </p:cNvPr>
          <p:cNvCxnSpPr>
            <a:cxnSpLocks/>
          </p:cNvCxnSpPr>
          <p:nvPr/>
        </p:nvCxnSpPr>
        <p:spPr>
          <a:xfrm>
            <a:off x="6798770" y="2775315"/>
            <a:ext cx="0" cy="1180289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FFACC8E8-D798-85F9-22CF-BA937A26E89C}"/>
              </a:ext>
            </a:extLst>
          </p:cNvPr>
          <p:cNvCxnSpPr>
            <a:cxnSpLocks/>
          </p:cNvCxnSpPr>
          <p:nvPr/>
        </p:nvCxnSpPr>
        <p:spPr>
          <a:xfrm>
            <a:off x="6367511" y="3128754"/>
            <a:ext cx="0" cy="1180289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7F950BD2-8DC4-0124-3774-634DA66355E5}"/>
              </a:ext>
            </a:extLst>
          </p:cNvPr>
          <p:cNvCxnSpPr>
            <a:cxnSpLocks/>
          </p:cNvCxnSpPr>
          <p:nvPr/>
        </p:nvCxnSpPr>
        <p:spPr>
          <a:xfrm>
            <a:off x="5975162" y="2765587"/>
            <a:ext cx="0" cy="1543456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71C35A89-0AE1-0665-2201-4980BE18F56B}"/>
              </a:ext>
            </a:extLst>
          </p:cNvPr>
          <p:cNvCxnSpPr>
            <a:cxnSpLocks/>
          </p:cNvCxnSpPr>
          <p:nvPr/>
        </p:nvCxnSpPr>
        <p:spPr>
          <a:xfrm flipH="1">
            <a:off x="4658684" y="3240621"/>
            <a:ext cx="901431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E1698B35-C8DB-06F7-39C2-8888422592F2}"/>
              </a:ext>
            </a:extLst>
          </p:cNvPr>
          <p:cNvCxnSpPr>
            <a:cxnSpLocks/>
          </p:cNvCxnSpPr>
          <p:nvPr/>
        </p:nvCxnSpPr>
        <p:spPr>
          <a:xfrm>
            <a:off x="4658684" y="3240621"/>
            <a:ext cx="0" cy="1543456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이등변 삼각형 28">
            <a:extLst>
              <a:ext uri="{FF2B5EF4-FFF2-40B4-BE49-F238E27FC236}">
                <a16:creationId xmlns:a16="http://schemas.microsoft.com/office/drawing/2014/main" id="{5FCBD23C-4F4C-86C7-F111-14BE88E33336}"/>
              </a:ext>
            </a:extLst>
          </p:cNvPr>
          <p:cNvSpPr/>
          <p:nvPr/>
        </p:nvSpPr>
        <p:spPr>
          <a:xfrm>
            <a:off x="7359302" y="4877543"/>
            <a:ext cx="274535" cy="430068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이등변 삼각형 31">
            <a:extLst>
              <a:ext uri="{FF2B5EF4-FFF2-40B4-BE49-F238E27FC236}">
                <a16:creationId xmlns:a16="http://schemas.microsoft.com/office/drawing/2014/main" id="{BAC8E666-1B52-0202-019F-62D76AC8BCE2}"/>
              </a:ext>
            </a:extLst>
          </p:cNvPr>
          <p:cNvSpPr/>
          <p:nvPr/>
        </p:nvSpPr>
        <p:spPr>
          <a:xfrm>
            <a:off x="3829118" y="4877543"/>
            <a:ext cx="274535" cy="430068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이등변 삼각형 32">
            <a:extLst>
              <a:ext uri="{FF2B5EF4-FFF2-40B4-BE49-F238E27FC236}">
                <a16:creationId xmlns:a16="http://schemas.microsoft.com/office/drawing/2014/main" id="{D0B53974-65C1-1424-7CB4-44BF922C40D4}"/>
              </a:ext>
            </a:extLst>
          </p:cNvPr>
          <p:cNvSpPr/>
          <p:nvPr/>
        </p:nvSpPr>
        <p:spPr>
          <a:xfrm>
            <a:off x="3816162" y="1862106"/>
            <a:ext cx="274535" cy="430068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이등변 삼각형 33">
            <a:extLst>
              <a:ext uri="{FF2B5EF4-FFF2-40B4-BE49-F238E27FC236}">
                <a16:creationId xmlns:a16="http://schemas.microsoft.com/office/drawing/2014/main" id="{6B77E5B8-0DEF-55B0-380C-A5F3F1E882E9}"/>
              </a:ext>
            </a:extLst>
          </p:cNvPr>
          <p:cNvSpPr/>
          <p:nvPr/>
        </p:nvSpPr>
        <p:spPr>
          <a:xfrm>
            <a:off x="7351897" y="1875706"/>
            <a:ext cx="274535" cy="430068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이등변 삼각형 34">
            <a:extLst>
              <a:ext uri="{FF2B5EF4-FFF2-40B4-BE49-F238E27FC236}">
                <a16:creationId xmlns:a16="http://schemas.microsoft.com/office/drawing/2014/main" id="{44176B20-0258-DE55-C155-771B47A1E2C0}"/>
              </a:ext>
            </a:extLst>
          </p:cNvPr>
          <p:cNvSpPr/>
          <p:nvPr/>
        </p:nvSpPr>
        <p:spPr>
          <a:xfrm>
            <a:off x="4962027" y="3920981"/>
            <a:ext cx="274535" cy="430068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자유형: 도형 35">
            <a:extLst>
              <a:ext uri="{FF2B5EF4-FFF2-40B4-BE49-F238E27FC236}">
                <a16:creationId xmlns:a16="http://schemas.microsoft.com/office/drawing/2014/main" id="{A2AE36C3-2E06-4E3B-1FA3-1A8D724E6984}"/>
              </a:ext>
            </a:extLst>
          </p:cNvPr>
          <p:cNvSpPr/>
          <p:nvPr/>
        </p:nvSpPr>
        <p:spPr>
          <a:xfrm>
            <a:off x="7048938" y="4830661"/>
            <a:ext cx="225622" cy="325120"/>
          </a:xfrm>
          <a:custGeom>
            <a:avLst/>
            <a:gdLst>
              <a:gd name="csX0" fmla="*/ 225622 w 225622"/>
              <a:gd name="csY0" fmla="*/ 325120 h 325120"/>
              <a:gd name="csX1" fmla="*/ 22422 w 225622"/>
              <a:gd name="csY1" fmla="*/ 304800 h 325120"/>
              <a:gd name="csX2" fmla="*/ 2102 w 225622"/>
              <a:gd name="csY2" fmla="*/ 213360 h 325120"/>
              <a:gd name="csX3" fmla="*/ 2102 w 225622"/>
              <a:gd name="csY3" fmla="*/ 0 h 3251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25622" h="325120">
                <a:moveTo>
                  <a:pt x="225622" y="325120"/>
                </a:moveTo>
                <a:cubicBezTo>
                  <a:pt x="157889" y="318347"/>
                  <a:pt x="83307" y="335242"/>
                  <a:pt x="22422" y="304800"/>
                </a:cubicBezTo>
                <a:cubicBezTo>
                  <a:pt x="-5505" y="290836"/>
                  <a:pt x="4179" y="244514"/>
                  <a:pt x="2102" y="213360"/>
                </a:cubicBezTo>
                <a:cubicBezTo>
                  <a:pt x="-2629" y="142398"/>
                  <a:pt x="2102" y="71120"/>
                  <a:pt x="2102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자유형: 도형 3">
            <a:extLst>
              <a:ext uri="{FF2B5EF4-FFF2-40B4-BE49-F238E27FC236}">
                <a16:creationId xmlns:a16="http://schemas.microsoft.com/office/drawing/2014/main" id="{8A453082-8FEC-71F3-AE50-A37D5B03693B}"/>
              </a:ext>
            </a:extLst>
          </p:cNvPr>
          <p:cNvSpPr/>
          <p:nvPr/>
        </p:nvSpPr>
        <p:spPr>
          <a:xfrm>
            <a:off x="7139011" y="2382101"/>
            <a:ext cx="399123" cy="2651760"/>
          </a:xfrm>
          <a:custGeom>
            <a:avLst/>
            <a:gdLst>
              <a:gd name="csX0" fmla="*/ 348909 w 399123"/>
              <a:gd name="csY0" fmla="*/ 0 h 2651760"/>
              <a:gd name="csX1" fmla="*/ 287949 w 399123"/>
              <a:gd name="csY1" fmla="*/ 2164080 h 2651760"/>
              <a:gd name="csX2" fmla="*/ 257469 w 399123"/>
              <a:gd name="csY2" fmla="*/ 2245360 h 2651760"/>
              <a:gd name="csX3" fmla="*/ 237149 w 399123"/>
              <a:gd name="csY3" fmla="*/ 2306320 h 2651760"/>
              <a:gd name="csX4" fmla="*/ 226989 w 399123"/>
              <a:gd name="csY4" fmla="*/ 2438400 h 2651760"/>
              <a:gd name="csX5" fmla="*/ 216829 w 399123"/>
              <a:gd name="csY5" fmla="*/ 2519680 h 2651760"/>
              <a:gd name="csX6" fmla="*/ 186349 w 399123"/>
              <a:gd name="csY6" fmla="*/ 2570480 h 2651760"/>
              <a:gd name="csX7" fmla="*/ 166029 w 399123"/>
              <a:gd name="csY7" fmla="*/ 2611120 h 2651760"/>
              <a:gd name="csX8" fmla="*/ 115229 w 399123"/>
              <a:gd name="csY8" fmla="*/ 2651760 h 2651760"/>
              <a:gd name="csX9" fmla="*/ 33949 w 399123"/>
              <a:gd name="csY9" fmla="*/ 2580640 h 2651760"/>
              <a:gd name="csX10" fmla="*/ 3469 w 399123"/>
              <a:gd name="csY10" fmla="*/ 2550160 h 2651760"/>
              <a:gd name="csX11" fmla="*/ 3469 w 399123"/>
              <a:gd name="csY11" fmla="*/ 2438400 h 26517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99123" h="2651760">
                <a:moveTo>
                  <a:pt x="348909" y="0"/>
                </a:moveTo>
                <a:cubicBezTo>
                  <a:pt x="346919" y="134020"/>
                  <a:pt x="496809" y="1502690"/>
                  <a:pt x="287949" y="2164080"/>
                </a:cubicBezTo>
                <a:cubicBezTo>
                  <a:pt x="279236" y="2191673"/>
                  <a:pt x="267201" y="2218110"/>
                  <a:pt x="257469" y="2245360"/>
                </a:cubicBezTo>
                <a:cubicBezTo>
                  <a:pt x="250265" y="2265531"/>
                  <a:pt x="243922" y="2286000"/>
                  <a:pt x="237149" y="2306320"/>
                </a:cubicBezTo>
                <a:cubicBezTo>
                  <a:pt x="233762" y="2350347"/>
                  <a:pt x="231175" y="2394442"/>
                  <a:pt x="226989" y="2438400"/>
                </a:cubicBezTo>
                <a:cubicBezTo>
                  <a:pt x="224400" y="2465581"/>
                  <a:pt x="224859" y="2493583"/>
                  <a:pt x="216829" y="2519680"/>
                </a:cubicBezTo>
                <a:cubicBezTo>
                  <a:pt x="211022" y="2538554"/>
                  <a:pt x="195939" y="2553218"/>
                  <a:pt x="186349" y="2570480"/>
                </a:cubicBezTo>
                <a:cubicBezTo>
                  <a:pt x="178994" y="2583720"/>
                  <a:pt x="176002" y="2599722"/>
                  <a:pt x="166029" y="2611120"/>
                </a:cubicBezTo>
                <a:cubicBezTo>
                  <a:pt x="151749" y="2627440"/>
                  <a:pt x="132162" y="2638213"/>
                  <a:pt x="115229" y="2651760"/>
                </a:cubicBezTo>
                <a:cubicBezTo>
                  <a:pt x="30983" y="2634911"/>
                  <a:pt x="86845" y="2659984"/>
                  <a:pt x="33949" y="2580640"/>
                </a:cubicBezTo>
                <a:cubicBezTo>
                  <a:pt x="25979" y="2568685"/>
                  <a:pt x="6480" y="2564209"/>
                  <a:pt x="3469" y="2550160"/>
                </a:cubicBezTo>
                <a:cubicBezTo>
                  <a:pt x="-4337" y="2513734"/>
                  <a:pt x="3469" y="2475653"/>
                  <a:pt x="3469" y="243840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자유형: 도형 11">
            <a:extLst>
              <a:ext uri="{FF2B5EF4-FFF2-40B4-BE49-F238E27FC236}">
                <a16:creationId xmlns:a16="http://schemas.microsoft.com/office/drawing/2014/main" id="{E37D4EC2-0FDF-2FD3-6C28-B9C5736F8E4B}"/>
              </a:ext>
            </a:extLst>
          </p:cNvPr>
          <p:cNvSpPr/>
          <p:nvPr/>
        </p:nvSpPr>
        <p:spPr>
          <a:xfrm>
            <a:off x="4165600" y="2158581"/>
            <a:ext cx="2905760" cy="2125797"/>
          </a:xfrm>
          <a:custGeom>
            <a:avLst/>
            <a:gdLst>
              <a:gd name="csX0" fmla="*/ 0 w 2905760"/>
              <a:gd name="csY0" fmla="*/ 0 h 2125797"/>
              <a:gd name="csX1" fmla="*/ 294640 w 2905760"/>
              <a:gd name="csY1" fmla="*/ 30480 h 2125797"/>
              <a:gd name="csX2" fmla="*/ 325120 w 2905760"/>
              <a:gd name="csY2" fmla="*/ 50800 h 2125797"/>
              <a:gd name="csX3" fmla="*/ 345440 w 2905760"/>
              <a:gd name="csY3" fmla="*/ 121920 h 2125797"/>
              <a:gd name="csX4" fmla="*/ 355600 w 2905760"/>
              <a:gd name="csY4" fmla="*/ 416560 h 2125797"/>
              <a:gd name="csX5" fmla="*/ 386080 w 2905760"/>
              <a:gd name="csY5" fmla="*/ 508000 h 2125797"/>
              <a:gd name="csX6" fmla="*/ 558800 w 2905760"/>
              <a:gd name="csY6" fmla="*/ 477520 h 2125797"/>
              <a:gd name="csX7" fmla="*/ 762000 w 2905760"/>
              <a:gd name="csY7" fmla="*/ 436880 h 2125797"/>
              <a:gd name="csX8" fmla="*/ 1320800 w 2905760"/>
              <a:gd name="csY8" fmla="*/ 386080 h 2125797"/>
              <a:gd name="csX9" fmla="*/ 1910080 w 2905760"/>
              <a:gd name="csY9" fmla="*/ 396240 h 2125797"/>
              <a:gd name="csX10" fmla="*/ 2296160 w 2905760"/>
              <a:gd name="csY10" fmla="*/ 386080 h 2125797"/>
              <a:gd name="csX11" fmla="*/ 2631440 w 2905760"/>
              <a:gd name="csY11" fmla="*/ 426720 h 2125797"/>
              <a:gd name="csX12" fmla="*/ 2794000 w 2905760"/>
              <a:gd name="csY12" fmla="*/ 467360 h 2125797"/>
              <a:gd name="csX13" fmla="*/ 2834640 w 2905760"/>
              <a:gd name="csY13" fmla="*/ 518160 h 2125797"/>
              <a:gd name="csX14" fmla="*/ 2865120 w 2905760"/>
              <a:gd name="csY14" fmla="*/ 599440 h 2125797"/>
              <a:gd name="csX15" fmla="*/ 2895600 w 2905760"/>
              <a:gd name="csY15" fmla="*/ 670560 h 2125797"/>
              <a:gd name="csX16" fmla="*/ 2905760 w 2905760"/>
              <a:gd name="csY16" fmla="*/ 1645920 h 2125797"/>
              <a:gd name="csX17" fmla="*/ 2895600 w 2905760"/>
              <a:gd name="csY17" fmla="*/ 2021840 h 2125797"/>
              <a:gd name="csX18" fmla="*/ 2885440 w 2905760"/>
              <a:gd name="csY18" fmla="*/ 2123440 h 21257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2905760" h="2125797">
                <a:moveTo>
                  <a:pt x="0" y="0"/>
                </a:moveTo>
                <a:cubicBezTo>
                  <a:pt x="98213" y="10160"/>
                  <a:pt x="197086" y="15237"/>
                  <a:pt x="294640" y="30480"/>
                </a:cubicBezTo>
                <a:cubicBezTo>
                  <a:pt x="306704" y="32365"/>
                  <a:pt x="319190" y="40126"/>
                  <a:pt x="325120" y="50800"/>
                </a:cubicBezTo>
                <a:cubicBezTo>
                  <a:pt x="337094" y="72353"/>
                  <a:pt x="338667" y="98213"/>
                  <a:pt x="345440" y="121920"/>
                </a:cubicBezTo>
                <a:cubicBezTo>
                  <a:pt x="348827" y="220133"/>
                  <a:pt x="345312" y="318828"/>
                  <a:pt x="355600" y="416560"/>
                </a:cubicBezTo>
                <a:cubicBezTo>
                  <a:pt x="358963" y="448512"/>
                  <a:pt x="355306" y="498768"/>
                  <a:pt x="386080" y="508000"/>
                </a:cubicBezTo>
                <a:cubicBezTo>
                  <a:pt x="442077" y="524799"/>
                  <a:pt x="501356" y="488388"/>
                  <a:pt x="558800" y="477520"/>
                </a:cubicBezTo>
                <a:cubicBezTo>
                  <a:pt x="626671" y="464680"/>
                  <a:pt x="693760" y="447584"/>
                  <a:pt x="762000" y="436880"/>
                </a:cubicBezTo>
                <a:cubicBezTo>
                  <a:pt x="1062058" y="389812"/>
                  <a:pt x="1044650" y="397586"/>
                  <a:pt x="1320800" y="386080"/>
                </a:cubicBezTo>
                <a:lnTo>
                  <a:pt x="1910080" y="396240"/>
                </a:lnTo>
                <a:cubicBezTo>
                  <a:pt x="2038818" y="396240"/>
                  <a:pt x="2167481" y="382181"/>
                  <a:pt x="2296160" y="386080"/>
                </a:cubicBezTo>
                <a:cubicBezTo>
                  <a:pt x="2310917" y="386527"/>
                  <a:pt x="2539071" y="403628"/>
                  <a:pt x="2631440" y="426720"/>
                </a:cubicBezTo>
                <a:cubicBezTo>
                  <a:pt x="2818233" y="473418"/>
                  <a:pt x="2679231" y="444406"/>
                  <a:pt x="2794000" y="467360"/>
                </a:cubicBezTo>
                <a:cubicBezTo>
                  <a:pt x="2807547" y="484293"/>
                  <a:pt x="2824359" y="499067"/>
                  <a:pt x="2834640" y="518160"/>
                </a:cubicBezTo>
                <a:cubicBezTo>
                  <a:pt x="2848358" y="543637"/>
                  <a:pt x="2854374" y="572574"/>
                  <a:pt x="2865120" y="599440"/>
                </a:cubicBezTo>
                <a:cubicBezTo>
                  <a:pt x="2874699" y="623387"/>
                  <a:pt x="2885440" y="646853"/>
                  <a:pt x="2895600" y="670560"/>
                </a:cubicBezTo>
                <a:cubicBezTo>
                  <a:pt x="2898987" y="995680"/>
                  <a:pt x="2905760" y="1320782"/>
                  <a:pt x="2905760" y="1645920"/>
                </a:cubicBezTo>
                <a:cubicBezTo>
                  <a:pt x="2905760" y="1771272"/>
                  <a:pt x="2901424" y="1896623"/>
                  <a:pt x="2895600" y="2021840"/>
                </a:cubicBezTo>
                <a:cubicBezTo>
                  <a:pt x="2883213" y="2288162"/>
                  <a:pt x="2885440" y="1935942"/>
                  <a:pt x="2885440" y="212344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자유형: 도형 15">
            <a:extLst>
              <a:ext uri="{FF2B5EF4-FFF2-40B4-BE49-F238E27FC236}">
                <a16:creationId xmlns:a16="http://schemas.microsoft.com/office/drawing/2014/main" id="{86F3DAF0-BF97-4606-2B29-0F7C496355EC}"/>
              </a:ext>
            </a:extLst>
          </p:cNvPr>
          <p:cNvSpPr/>
          <p:nvPr/>
        </p:nvSpPr>
        <p:spPr>
          <a:xfrm>
            <a:off x="5232400" y="3438741"/>
            <a:ext cx="1574800" cy="1097280"/>
          </a:xfrm>
          <a:custGeom>
            <a:avLst/>
            <a:gdLst>
              <a:gd name="csX0" fmla="*/ 0 w 1574800"/>
              <a:gd name="csY0" fmla="*/ 650240 h 1097280"/>
              <a:gd name="csX1" fmla="*/ 121920 w 1574800"/>
              <a:gd name="csY1" fmla="*/ 518160 h 1097280"/>
              <a:gd name="csX2" fmla="*/ 182880 w 1574800"/>
              <a:gd name="csY2" fmla="*/ 314960 h 1097280"/>
              <a:gd name="csX3" fmla="*/ 243840 w 1574800"/>
              <a:gd name="csY3" fmla="*/ 101600 h 1097280"/>
              <a:gd name="csX4" fmla="*/ 325120 w 1574800"/>
              <a:gd name="csY4" fmla="*/ 40640 h 1097280"/>
              <a:gd name="csX5" fmla="*/ 447040 w 1574800"/>
              <a:gd name="csY5" fmla="*/ 0 h 1097280"/>
              <a:gd name="csX6" fmla="*/ 497840 w 1574800"/>
              <a:gd name="csY6" fmla="*/ 375920 h 1097280"/>
              <a:gd name="csX7" fmla="*/ 487680 w 1574800"/>
              <a:gd name="csY7" fmla="*/ 599440 h 1097280"/>
              <a:gd name="csX8" fmla="*/ 711200 w 1574800"/>
              <a:gd name="csY8" fmla="*/ 1076960 h 1097280"/>
              <a:gd name="csX9" fmla="*/ 792480 w 1574800"/>
              <a:gd name="csY9" fmla="*/ 1097280 h 1097280"/>
              <a:gd name="csX10" fmla="*/ 1381760 w 1574800"/>
              <a:gd name="csY10" fmla="*/ 1056640 h 1097280"/>
              <a:gd name="csX11" fmla="*/ 1554480 w 1574800"/>
              <a:gd name="csY11" fmla="*/ 975360 h 1097280"/>
              <a:gd name="csX12" fmla="*/ 1574800 w 1574800"/>
              <a:gd name="csY12" fmla="*/ 965200 h 10972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574800" h="1097280">
                <a:moveTo>
                  <a:pt x="0" y="650240"/>
                </a:moveTo>
                <a:cubicBezTo>
                  <a:pt x="25614" y="624626"/>
                  <a:pt x="111162" y="541331"/>
                  <a:pt x="121920" y="518160"/>
                </a:cubicBezTo>
                <a:cubicBezTo>
                  <a:pt x="151699" y="454020"/>
                  <a:pt x="164659" y="383288"/>
                  <a:pt x="182880" y="314960"/>
                </a:cubicBezTo>
                <a:cubicBezTo>
                  <a:pt x="199915" y="251081"/>
                  <a:pt x="204091" y="157912"/>
                  <a:pt x="243840" y="101600"/>
                </a:cubicBezTo>
                <a:cubicBezTo>
                  <a:pt x="263370" y="73932"/>
                  <a:pt x="296941" y="59426"/>
                  <a:pt x="325120" y="40640"/>
                </a:cubicBezTo>
                <a:cubicBezTo>
                  <a:pt x="364491" y="14392"/>
                  <a:pt x="399465" y="11894"/>
                  <a:pt x="447040" y="0"/>
                </a:cubicBezTo>
                <a:cubicBezTo>
                  <a:pt x="460178" y="83209"/>
                  <a:pt x="495661" y="288747"/>
                  <a:pt x="497840" y="375920"/>
                </a:cubicBezTo>
                <a:cubicBezTo>
                  <a:pt x="499704" y="450480"/>
                  <a:pt x="491067" y="524933"/>
                  <a:pt x="487680" y="599440"/>
                </a:cubicBezTo>
                <a:cubicBezTo>
                  <a:pt x="530149" y="992280"/>
                  <a:pt x="421279" y="943150"/>
                  <a:pt x="711200" y="1076960"/>
                </a:cubicBezTo>
                <a:cubicBezTo>
                  <a:pt x="736557" y="1088663"/>
                  <a:pt x="765387" y="1090507"/>
                  <a:pt x="792480" y="1097280"/>
                </a:cubicBezTo>
                <a:cubicBezTo>
                  <a:pt x="988907" y="1083733"/>
                  <a:pt x="1186739" y="1083726"/>
                  <a:pt x="1381760" y="1056640"/>
                </a:cubicBezTo>
                <a:cubicBezTo>
                  <a:pt x="1483644" y="1042489"/>
                  <a:pt x="1493289" y="1012075"/>
                  <a:pt x="1554480" y="975360"/>
                </a:cubicBezTo>
                <a:cubicBezTo>
                  <a:pt x="1560974" y="971464"/>
                  <a:pt x="1568027" y="968587"/>
                  <a:pt x="1574800" y="96520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자유형: 도형 16">
            <a:extLst>
              <a:ext uri="{FF2B5EF4-FFF2-40B4-BE49-F238E27FC236}">
                <a16:creationId xmlns:a16="http://schemas.microsoft.com/office/drawing/2014/main" id="{9545E679-F455-4EF8-0EC4-1A0D3C3CEF69}"/>
              </a:ext>
            </a:extLst>
          </p:cNvPr>
          <p:cNvSpPr/>
          <p:nvPr/>
        </p:nvSpPr>
        <p:spPr>
          <a:xfrm>
            <a:off x="4043680" y="2940901"/>
            <a:ext cx="2682240" cy="2143760"/>
          </a:xfrm>
          <a:custGeom>
            <a:avLst/>
            <a:gdLst>
              <a:gd name="csX0" fmla="*/ 0 w 2682240"/>
              <a:gd name="csY0" fmla="*/ 2143760 h 2143760"/>
              <a:gd name="csX1" fmla="*/ 436880 w 2682240"/>
              <a:gd name="csY1" fmla="*/ 1717040 h 2143760"/>
              <a:gd name="csX2" fmla="*/ 447040 w 2682240"/>
              <a:gd name="csY2" fmla="*/ 233680 h 2143760"/>
              <a:gd name="csX3" fmla="*/ 538480 w 2682240"/>
              <a:gd name="csY3" fmla="*/ 101600 h 2143760"/>
              <a:gd name="csX4" fmla="*/ 894080 w 2682240"/>
              <a:gd name="csY4" fmla="*/ 0 h 2143760"/>
              <a:gd name="csX5" fmla="*/ 1361440 w 2682240"/>
              <a:gd name="csY5" fmla="*/ 50800 h 2143760"/>
              <a:gd name="csX6" fmla="*/ 1442720 w 2682240"/>
              <a:gd name="csY6" fmla="*/ 71120 h 2143760"/>
              <a:gd name="csX7" fmla="*/ 1554480 w 2682240"/>
              <a:gd name="csY7" fmla="*/ 91440 h 2143760"/>
              <a:gd name="csX8" fmla="*/ 1625600 w 2682240"/>
              <a:gd name="csY8" fmla="*/ 132080 h 2143760"/>
              <a:gd name="csX9" fmla="*/ 1717040 w 2682240"/>
              <a:gd name="csY9" fmla="*/ 314960 h 2143760"/>
              <a:gd name="csX10" fmla="*/ 1706880 w 2682240"/>
              <a:gd name="csY10" fmla="*/ 772160 h 2143760"/>
              <a:gd name="csX11" fmla="*/ 1666240 w 2682240"/>
              <a:gd name="csY11" fmla="*/ 1219200 h 2143760"/>
              <a:gd name="csX12" fmla="*/ 1666240 w 2682240"/>
              <a:gd name="csY12" fmla="*/ 1574800 h 2143760"/>
              <a:gd name="csX13" fmla="*/ 1696720 w 2682240"/>
              <a:gd name="csY13" fmla="*/ 1645920 h 2143760"/>
              <a:gd name="csX14" fmla="*/ 1767840 w 2682240"/>
              <a:gd name="csY14" fmla="*/ 1686560 h 2143760"/>
              <a:gd name="csX15" fmla="*/ 1991360 w 2682240"/>
              <a:gd name="csY15" fmla="*/ 1666240 h 2143760"/>
              <a:gd name="csX16" fmla="*/ 2214880 w 2682240"/>
              <a:gd name="csY16" fmla="*/ 1656080 h 2143760"/>
              <a:gd name="csX17" fmla="*/ 2326640 w 2682240"/>
              <a:gd name="csY17" fmla="*/ 1635760 h 2143760"/>
              <a:gd name="csX18" fmla="*/ 2468880 w 2682240"/>
              <a:gd name="csY18" fmla="*/ 1605280 h 2143760"/>
              <a:gd name="csX19" fmla="*/ 2682240 w 2682240"/>
              <a:gd name="csY19" fmla="*/ 1605280 h 21437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</a:cxnLst>
            <a:rect l="l" t="t" r="r" b="b"/>
            <a:pathLst>
              <a:path w="2682240" h="2143760">
                <a:moveTo>
                  <a:pt x="0" y="2143760"/>
                </a:moveTo>
                <a:cubicBezTo>
                  <a:pt x="145627" y="2001520"/>
                  <a:pt x="390490" y="1915250"/>
                  <a:pt x="436880" y="1717040"/>
                </a:cubicBezTo>
                <a:cubicBezTo>
                  <a:pt x="549561" y="1235585"/>
                  <a:pt x="434117" y="727976"/>
                  <a:pt x="447040" y="233680"/>
                </a:cubicBezTo>
                <a:cubicBezTo>
                  <a:pt x="448090" y="193531"/>
                  <a:pt x="504685" y="116862"/>
                  <a:pt x="538480" y="101600"/>
                </a:cubicBezTo>
                <a:cubicBezTo>
                  <a:pt x="675306" y="39807"/>
                  <a:pt x="763614" y="26093"/>
                  <a:pt x="894080" y="0"/>
                </a:cubicBezTo>
                <a:cubicBezTo>
                  <a:pt x="1049867" y="16933"/>
                  <a:pt x="1206036" y="30655"/>
                  <a:pt x="1361440" y="50800"/>
                </a:cubicBezTo>
                <a:cubicBezTo>
                  <a:pt x="1389135" y="54390"/>
                  <a:pt x="1415392" y="65367"/>
                  <a:pt x="1442720" y="71120"/>
                </a:cubicBezTo>
                <a:cubicBezTo>
                  <a:pt x="1479772" y="78920"/>
                  <a:pt x="1517227" y="84667"/>
                  <a:pt x="1554480" y="91440"/>
                </a:cubicBezTo>
                <a:cubicBezTo>
                  <a:pt x="1578187" y="104987"/>
                  <a:pt x="1604279" y="115023"/>
                  <a:pt x="1625600" y="132080"/>
                </a:cubicBezTo>
                <a:cubicBezTo>
                  <a:pt x="1665663" y="164131"/>
                  <a:pt x="1714501" y="309035"/>
                  <a:pt x="1717040" y="314960"/>
                </a:cubicBezTo>
                <a:cubicBezTo>
                  <a:pt x="1713653" y="467360"/>
                  <a:pt x="1711958" y="619807"/>
                  <a:pt x="1706880" y="772160"/>
                </a:cubicBezTo>
                <a:cubicBezTo>
                  <a:pt x="1702492" y="903790"/>
                  <a:pt x="1678027" y="1105261"/>
                  <a:pt x="1666240" y="1219200"/>
                </a:cubicBezTo>
                <a:cubicBezTo>
                  <a:pt x="1661425" y="1320321"/>
                  <a:pt x="1645930" y="1468170"/>
                  <a:pt x="1666240" y="1574800"/>
                </a:cubicBezTo>
                <a:cubicBezTo>
                  <a:pt x="1671066" y="1600137"/>
                  <a:pt x="1679370" y="1626835"/>
                  <a:pt x="1696720" y="1645920"/>
                </a:cubicBezTo>
                <a:cubicBezTo>
                  <a:pt x="1715087" y="1666123"/>
                  <a:pt x="1744133" y="1673013"/>
                  <a:pt x="1767840" y="1686560"/>
                </a:cubicBezTo>
                <a:cubicBezTo>
                  <a:pt x="1842347" y="1679787"/>
                  <a:pt x="1916719" y="1671329"/>
                  <a:pt x="1991360" y="1666240"/>
                </a:cubicBezTo>
                <a:cubicBezTo>
                  <a:pt x="2065771" y="1661167"/>
                  <a:pt x="2140486" y="1661394"/>
                  <a:pt x="2214880" y="1656080"/>
                </a:cubicBezTo>
                <a:cubicBezTo>
                  <a:pt x="2233063" y="1654781"/>
                  <a:pt x="2305777" y="1640152"/>
                  <a:pt x="2326640" y="1635760"/>
                </a:cubicBezTo>
                <a:cubicBezTo>
                  <a:pt x="2374090" y="1625771"/>
                  <a:pt x="2420390" y="1605280"/>
                  <a:pt x="2468880" y="1605280"/>
                </a:cubicBezTo>
                <a:lnTo>
                  <a:pt x="2682240" y="1605280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37FA738-5447-6BA6-5C79-1331B929F923}"/>
              </a:ext>
            </a:extLst>
          </p:cNvPr>
          <p:cNvSpPr/>
          <p:nvPr/>
        </p:nvSpPr>
        <p:spPr>
          <a:xfrm>
            <a:off x="7780820" y="1838846"/>
            <a:ext cx="3998068" cy="3540868"/>
          </a:xfrm>
          <a:prstGeom prst="rect">
            <a:avLst/>
          </a:prstGeom>
          <a:solidFill>
            <a:srgbClr val="ECF0F3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이등변 삼각형 19">
            <a:extLst>
              <a:ext uri="{FF2B5EF4-FFF2-40B4-BE49-F238E27FC236}">
                <a16:creationId xmlns:a16="http://schemas.microsoft.com/office/drawing/2014/main" id="{7D550F7D-CF42-AA7D-5533-AA07801FC03A}"/>
              </a:ext>
            </a:extLst>
          </p:cNvPr>
          <p:cNvSpPr/>
          <p:nvPr/>
        </p:nvSpPr>
        <p:spPr>
          <a:xfrm rot="16200000">
            <a:off x="11043013" y="4447809"/>
            <a:ext cx="571338" cy="187412"/>
          </a:xfrm>
          <a:prstGeom prst="triangle">
            <a:avLst/>
          </a:prstGeom>
          <a:solidFill>
            <a:srgbClr val="FFFF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3BD0234F-5537-DAA1-02D6-28A62B53DCF0}"/>
              </a:ext>
            </a:extLst>
          </p:cNvPr>
          <p:cNvSpPr/>
          <p:nvPr/>
        </p:nvSpPr>
        <p:spPr>
          <a:xfrm rot="5400000">
            <a:off x="10154856" y="3765450"/>
            <a:ext cx="660541" cy="1462926"/>
          </a:xfrm>
          <a:custGeom>
            <a:avLst/>
            <a:gdLst>
              <a:gd name="csX0" fmla="*/ 0 w 660541"/>
              <a:gd name="csY0" fmla="*/ 1051123 h 1462926"/>
              <a:gd name="csX1" fmla="*/ 374873 w 660541"/>
              <a:gd name="csY1" fmla="*/ 0 h 1462926"/>
              <a:gd name="csX2" fmla="*/ 660541 w 660541"/>
              <a:gd name="csY2" fmla="*/ 800997 h 1462926"/>
              <a:gd name="csX3" fmla="*/ 660541 w 660541"/>
              <a:gd name="csY3" fmla="*/ 1462926 h 1462926"/>
              <a:gd name="csX4" fmla="*/ 58459 w 660541"/>
              <a:gd name="csY4" fmla="*/ 1462926 h 1462926"/>
              <a:gd name="csX5" fmla="*/ 143773 w 660541"/>
              <a:gd name="csY5" fmla="*/ 1066266 h 1462926"/>
              <a:gd name="csX6" fmla="*/ 14751 w 660541"/>
              <a:gd name="csY6" fmla="*/ 1066266 h 1462926"/>
              <a:gd name="csX7" fmla="*/ 14751 w 660541"/>
              <a:gd name="csY7" fmla="*/ 1051123 h 146292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660541" h="1462926">
                <a:moveTo>
                  <a:pt x="0" y="1051123"/>
                </a:moveTo>
                <a:lnTo>
                  <a:pt x="374873" y="0"/>
                </a:lnTo>
                <a:lnTo>
                  <a:pt x="660541" y="800997"/>
                </a:lnTo>
                <a:lnTo>
                  <a:pt x="660541" y="1462926"/>
                </a:lnTo>
                <a:lnTo>
                  <a:pt x="58459" y="1462926"/>
                </a:lnTo>
                <a:lnTo>
                  <a:pt x="143773" y="1066266"/>
                </a:lnTo>
                <a:lnTo>
                  <a:pt x="14751" y="1066266"/>
                </a:lnTo>
                <a:lnTo>
                  <a:pt x="14751" y="1051123"/>
                </a:lnTo>
                <a:close/>
              </a:path>
            </a:pathLst>
          </a:custGeom>
          <a:solidFill>
            <a:srgbClr val="FFFF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BCF1EF78-FF31-197D-1B49-0D36A6602E2A}"/>
              </a:ext>
            </a:extLst>
          </p:cNvPr>
          <p:cNvSpPr/>
          <p:nvPr/>
        </p:nvSpPr>
        <p:spPr>
          <a:xfrm>
            <a:off x="11079867" y="4364649"/>
            <a:ext cx="291830" cy="35992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7535C5B6-B423-A6F9-526D-703E154F5A4A}"/>
              </a:ext>
            </a:extLst>
          </p:cNvPr>
          <p:cNvCxnSpPr>
            <a:cxnSpLocks/>
          </p:cNvCxnSpPr>
          <p:nvPr/>
        </p:nvCxnSpPr>
        <p:spPr>
          <a:xfrm>
            <a:off x="8385305" y="2305774"/>
            <a:ext cx="0" cy="2526866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267164B0-33DB-A17D-5A78-B0A4267EBC9F}"/>
              </a:ext>
            </a:extLst>
          </p:cNvPr>
          <p:cNvCxnSpPr>
            <a:cxnSpLocks/>
          </p:cNvCxnSpPr>
          <p:nvPr/>
        </p:nvCxnSpPr>
        <p:spPr>
          <a:xfrm>
            <a:off x="8852232" y="2305774"/>
            <a:ext cx="2607013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BF177703-F510-3D1B-0FBE-6E72B4377A0C}"/>
              </a:ext>
            </a:extLst>
          </p:cNvPr>
          <p:cNvCxnSpPr>
            <a:cxnSpLocks/>
          </p:cNvCxnSpPr>
          <p:nvPr/>
        </p:nvCxnSpPr>
        <p:spPr>
          <a:xfrm flipH="1">
            <a:off x="8852232" y="4832640"/>
            <a:ext cx="2140086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C8F52D94-803A-C375-0023-8FFE0B14015F}"/>
              </a:ext>
            </a:extLst>
          </p:cNvPr>
          <p:cNvCxnSpPr>
            <a:cxnSpLocks/>
          </p:cNvCxnSpPr>
          <p:nvPr/>
        </p:nvCxnSpPr>
        <p:spPr>
          <a:xfrm>
            <a:off x="11459245" y="2305774"/>
            <a:ext cx="0" cy="2526866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924A6AFB-656D-8C83-BD1A-70D75B7EDA91}"/>
              </a:ext>
            </a:extLst>
          </p:cNvPr>
          <p:cNvCxnSpPr>
            <a:cxnSpLocks/>
          </p:cNvCxnSpPr>
          <p:nvPr/>
        </p:nvCxnSpPr>
        <p:spPr>
          <a:xfrm>
            <a:off x="8852232" y="2779187"/>
            <a:ext cx="2140086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30ACE069-384A-D037-581A-C7F380F1B00D}"/>
              </a:ext>
            </a:extLst>
          </p:cNvPr>
          <p:cNvCxnSpPr>
            <a:cxnSpLocks/>
          </p:cNvCxnSpPr>
          <p:nvPr/>
        </p:nvCxnSpPr>
        <p:spPr>
          <a:xfrm>
            <a:off x="10561059" y="4322643"/>
            <a:ext cx="431259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92F5F2F6-BA11-508F-30A9-C7AAA7843459}"/>
              </a:ext>
            </a:extLst>
          </p:cNvPr>
          <p:cNvCxnSpPr>
            <a:cxnSpLocks/>
          </p:cNvCxnSpPr>
          <p:nvPr/>
        </p:nvCxnSpPr>
        <p:spPr>
          <a:xfrm>
            <a:off x="9753663" y="3755195"/>
            <a:ext cx="0" cy="1624519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69004687-B3F3-8B26-03D2-B0B5AA16FD96}"/>
              </a:ext>
            </a:extLst>
          </p:cNvPr>
          <p:cNvCxnSpPr>
            <a:cxnSpLocks/>
          </p:cNvCxnSpPr>
          <p:nvPr/>
        </p:nvCxnSpPr>
        <p:spPr>
          <a:xfrm>
            <a:off x="10992318" y="2788915"/>
            <a:ext cx="0" cy="1180289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CF1CAA5E-CFF8-59C3-D328-63CB272467BE}"/>
              </a:ext>
            </a:extLst>
          </p:cNvPr>
          <p:cNvCxnSpPr>
            <a:cxnSpLocks/>
          </p:cNvCxnSpPr>
          <p:nvPr/>
        </p:nvCxnSpPr>
        <p:spPr>
          <a:xfrm>
            <a:off x="10561059" y="3142354"/>
            <a:ext cx="0" cy="1180289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9E165C92-F989-AD58-8BCF-40A9D31E13ED}"/>
              </a:ext>
            </a:extLst>
          </p:cNvPr>
          <p:cNvCxnSpPr>
            <a:cxnSpLocks/>
          </p:cNvCxnSpPr>
          <p:nvPr/>
        </p:nvCxnSpPr>
        <p:spPr>
          <a:xfrm>
            <a:off x="10168710" y="2779187"/>
            <a:ext cx="0" cy="1543456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FC72D6BE-D2DF-B5F1-D6B6-A9A04039241B}"/>
              </a:ext>
            </a:extLst>
          </p:cNvPr>
          <p:cNvCxnSpPr>
            <a:cxnSpLocks/>
          </p:cNvCxnSpPr>
          <p:nvPr/>
        </p:nvCxnSpPr>
        <p:spPr>
          <a:xfrm flipH="1">
            <a:off x="8852232" y="3254221"/>
            <a:ext cx="901431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8FB248AC-B89E-1EAB-906C-52453C7CFD4A}"/>
              </a:ext>
            </a:extLst>
          </p:cNvPr>
          <p:cNvCxnSpPr>
            <a:cxnSpLocks/>
          </p:cNvCxnSpPr>
          <p:nvPr/>
        </p:nvCxnSpPr>
        <p:spPr>
          <a:xfrm>
            <a:off x="8852232" y="3254221"/>
            <a:ext cx="0" cy="1543456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5" name="이등변 삼각형 54">
            <a:extLst>
              <a:ext uri="{FF2B5EF4-FFF2-40B4-BE49-F238E27FC236}">
                <a16:creationId xmlns:a16="http://schemas.microsoft.com/office/drawing/2014/main" id="{5181702B-9FDA-4D62-A7F1-FCED3F4150BA}"/>
              </a:ext>
            </a:extLst>
          </p:cNvPr>
          <p:cNvSpPr/>
          <p:nvPr/>
        </p:nvSpPr>
        <p:spPr>
          <a:xfrm>
            <a:off x="11552850" y="4891143"/>
            <a:ext cx="274535" cy="430068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이등변 삼각형 55">
            <a:extLst>
              <a:ext uri="{FF2B5EF4-FFF2-40B4-BE49-F238E27FC236}">
                <a16:creationId xmlns:a16="http://schemas.microsoft.com/office/drawing/2014/main" id="{7FC326A2-EB4D-490E-362D-0ABE8FD52C0A}"/>
              </a:ext>
            </a:extLst>
          </p:cNvPr>
          <p:cNvSpPr/>
          <p:nvPr/>
        </p:nvSpPr>
        <p:spPr>
          <a:xfrm>
            <a:off x="8022666" y="4891143"/>
            <a:ext cx="274535" cy="430068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이등변 삼각형 56">
            <a:extLst>
              <a:ext uri="{FF2B5EF4-FFF2-40B4-BE49-F238E27FC236}">
                <a16:creationId xmlns:a16="http://schemas.microsoft.com/office/drawing/2014/main" id="{877E525A-3861-A520-6412-EC687C845371}"/>
              </a:ext>
            </a:extLst>
          </p:cNvPr>
          <p:cNvSpPr/>
          <p:nvPr/>
        </p:nvSpPr>
        <p:spPr>
          <a:xfrm>
            <a:off x="8009710" y="1875706"/>
            <a:ext cx="274535" cy="430068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이등변 삼각형 57">
            <a:extLst>
              <a:ext uri="{FF2B5EF4-FFF2-40B4-BE49-F238E27FC236}">
                <a16:creationId xmlns:a16="http://schemas.microsoft.com/office/drawing/2014/main" id="{4122CA8B-B9F8-F1A3-E237-DCAA3C0E64FE}"/>
              </a:ext>
            </a:extLst>
          </p:cNvPr>
          <p:cNvSpPr/>
          <p:nvPr/>
        </p:nvSpPr>
        <p:spPr>
          <a:xfrm>
            <a:off x="11545445" y="1889306"/>
            <a:ext cx="274535" cy="430068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이등변 삼각형 58">
            <a:extLst>
              <a:ext uri="{FF2B5EF4-FFF2-40B4-BE49-F238E27FC236}">
                <a16:creationId xmlns:a16="http://schemas.microsoft.com/office/drawing/2014/main" id="{980848E4-0561-9032-55FD-1AEE307211DF}"/>
              </a:ext>
            </a:extLst>
          </p:cNvPr>
          <p:cNvSpPr/>
          <p:nvPr/>
        </p:nvSpPr>
        <p:spPr>
          <a:xfrm>
            <a:off x="9155575" y="3934581"/>
            <a:ext cx="274535" cy="430068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자유형: 도형 59">
            <a:extLst>
              <a:ext uri="{FF2B5EF4-FFF2-40B4-BE49-F238E27FC236}">
                <a16:creationId xmlns:a16="http://schemas.microsoft.com/office/drawing/2014/main" id="{91273941-8616-0726-C2E5-623C9D3A78CA}"/>
              </a:ext>
            </a:extLst>
          </p:cNvPr>
          <p:cNvSpPr/>
          <p:nvPr/>
        </p:nvSpPr>
        <p:spPr>
          <a:xfrm>
            <a:off x="11193227" y="4886667"/>
            <a:ext cx="225622" cy="325120"/>
          </a:xfrm>
          <a:custGeom>
            <a:avLst/>
            <a:gdLst>
              <a:gd name="csX0" fmla="*/ 225622 w 225622"/>
              <a:gd name="csY0" fmla="*/ 325120 h 325120"/>
              <a:gd name="csX1" fmla="*/ 22422 w 225622"/>
              <a:gd name="csY1" fmla="*/ 304800 h 325120"/>
              <a:gd name="csX2" fmla="*/ 2102 w 225622"/>
              <a:gd name="csY2" fmla="*/ 213360 h 325120"/>
              <a:gd name="csX3" fmla="*/ 2102 w 225622"/>
              <a:gd name="csY3" fmla="*/ 0 h 3251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25622" h="325120">
                <a:moveTo>
                  <a:pt x="225622" y="325120"/>
                </a:moveTo>
                <a:cubicBezTo>
                  <a:pt x="157889" y="318347"/>
                  <a:pt x="83307" y="335242"/>
                  <a:pt x="22422" y="304800"/>
                </a:cubicBezTo>
                <a:cubicBezTo>
                  <a:pt x="-5505" y="290836"/>
                  <a:pt x="4179" y="244514"/>
                  <a:pt x="2102" y="213360"/>
                </a:cubicBezTo>
                <a:cubicBezTo>
                  <a:pt x="-2629" y="142398"/>
                  <a:pt x="2102" y="71120"/>
                  <a:pt x="2102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자유형: 도형 64">
            <a:extLst>
              <a:ext uri="{FF2B5EF4-FFF2-40B4-BE49-F238E27FC236}">
                <a16:creationId xmlns:a16="http://schemas.microsoft.com/office/drawing/2014/main" id="{5C8FF14B-FBFA-2AC3-2D63-F5853B4605B1}"/>
              </a:ext>
            </a:extLst>
          </p:cNvPr>
          <p:cNvSpPr/>
          <p:nvPr/>
        </p:nvSpPr>
        <p:spPr>
          <a:xfrm>
            <a:off x="9408160" y="3611461"/>
            <a:ext cx="538480" cy="619760"/>
          </a:xfrm>
          <a:custGeom>
            <a:avLst/>
            <a:gdLst>
              <a:gd name="csX0" fmla="*/ 0 w 538480"/>
              <a:gd name="csY0" fmla="*/ 436880 h 619760"/>
              <a:gd name="csX1" fmla="*/ 40640 w 538480"/>
              <a:gd name="csY1" fmla="*/ 294640 h 619760"/>
              <a:gd name="csX2" fmla="*/ 50800 w 538480"/>
              <a:gd name="csY2" fmla="*/ 193040 h 619760"/>
              <a:gd name="csX3" fmla="*/ 162560 w 538480"/>
              <a:gd name="csY3" fmla="*/ 71120 h 619760"/>
              <a:gd name="csX4" fmla="*/ 304800 w 538480"/>
              <a:gd name="csY4" fmla="*/ 30480 h 619760"/>
              <a:gd name="csX5" fmla="*/ 386080 w 538480"/>
              <a:gd name="csY5" fmla="*/ 0 h 619760"/>
              <a:gd name="csX6" fmla="*/ 457200 w 538480"/>
              <a:gd name="csY6" fmla="*/ 91440 h 619760"/>
              <a:gd name="csX7" fmla="*/ 508000 w 538480"/>
              <a:gd name="csY7" fmla="*/ 284480 h 619760"/>
              <a:gd name="csX8" fmla="*/ 538480 w 538480"/>
              <a:gd name="csY8" fmla="*/ 619760 h 6197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538480" h="619760">
                <a:moveTo>
                  <a:pt x="0" y="436880"/>
                </a:moveTo>
                <a:cubicBezTo>
                  <a:pt x="41148" y="354584"/>
                  <a:pt x="29516" y="394755"/>
                  <a:pt x="40640" y="294640"/>
                </a:cubicBezTo>
                <a:cubicBezTo>
                  <a:pt x="44399" y="260813"/>
                  <a:pt x="34502" y="222920"/>
                  <a:pt x="50800" y="193040"/>
                </a:cubicBezTo>
                <a:cubicBezTo>
                  <a:pt x="77200" y="144641"/>
                  <a:pt x="122256" y="108737"/>
                  <a:pt x="162560" y="71120"/>
                </a:cubicBezTo>
                <a:cubicBezTo>
                  <a:pt x="191998" y="43645"/>
                  <a:pt x="284337" y="34865"/>
                  <a:pt x="304800" y="30480"/>
                </a:cubicBezTo>
                <a:cubicBezTo>
                  <a:pt x="353217" y="20105"/>
                  <a:pt x="340453" y="22814"/>
                  <a:pt x="386080" y="0"/>
                </a:cubicBezTo>
                <a:cubicBezTo>
                  <a:pt x="409787" y="30480"/>
                  <a:pt x="437622" y="58157"/>
                  <a:pt x="457200" y="91440"/>
                </a:cubicBezTo>
                <a:cubicBezTo>
                  <a:pt x="491104" y="149077"/>
                  <a:pt x="495420" y="221582"/>
                  <a:pt x="508000" y="284480"/>
                </a:cubicBezTo>
                <a:cubicBezTo>
                  <a:pt x="546967" y="479313"/>
                  <a:pt x="524417" y="282247"/>
                  <a:pt x="538480" y="61976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자유형: 도형 69">
            <a:extLst>
              <a:ext uri="{FF2B5EF4-FFF2-40B4-BE49-F238E27FC236}">
                <a16:creationId xmlns:a16="http://schemas.microsoft.com/office/drawing/2014/main" id="{60FA9B0C-B1D5-4BC9-DE32-5CA959288B63}"/>
              </a:ext>
            </a:extLst>
          </p:cNvPr>
          <p:cNvSpPr/>
          <p:nvPr/>
        </p:nvSpPr>
        <p:spPr>
          <a:xfrm>
            <a:off x="8331200" y="2504021"/>
            <a:ext cx="2921794" cy="2641600"/>
          </a:xfrm>
          <a:custGeom>
            <a:avLst/>
            <a:gdLst>
              <a:gd name="csX0" fmla="*/ 0 w 2921794"/>
              <a:gd name="csY0" fmla="*/ 2641600 h 2641600"/>
              <a:gd name="csX1" fmla="*/ 223520 w 2921794"/>
              <a:gd name="csY1" fmla="*/ 2600960 h 2641600"/>
              <a:gd name="csX2" fmla="*/ 314960 w 2921794"/>
              <a:gd name="csY2" fmla="*/ 2570480 h 2641600"/>
              <a:gd name="csX3" fmla="*/ 304800 w 2921794"/>
              <a:gd name="csY3" fmla="*/ 2194560 h 2641600"/>
              <a:gd name="csX4" fmla="*/ 325120 w 2921794"/>
              <a:gd name="csY4" fmla="*/ 1473200 h 2641600"/>
              <a:gd name="csX5" fmla="*/ 335280 w 2921794"/>
              <a:gd name="csY5" fmla="*/ 1371600 h 2641600"/>
              <a:gd name="csX6" fmla="*/ 325120 w 2921794"/>
              <a:gd name="csY6" fmla="*/ 538480 h 2641600"/>
              <a:gd name="csX7" fmla="*/ 396240 w 2921794"/>
              <a:gd name="csY7" fmla="*/ 172720 h 2641600"/>
              <a:gd name="csX8" fmla="*/ 589280 w 2921794"/>
              <a:gd name="csY8" fmla="*/ 91440 h 2641600"/>
              <a:gd name="csX9" fmla="*/ 721360 w 2921794"/>
              <a:gd name="csY9" fmla="*/ 50800 h 2641600"/>
              <a:gd name="csX10" fmla="*/ 1036320 w 2921794"/>
              <a:gd name="csY10" fmla="*/ 0 h 2641600"/>
              <a:gd name="csX11" fmla="*/ 1737360 w 2921794"/>
              <a:gd name="csY11" fmla="*/ 40640 h 2641600"/>
              <a:gd name="csX12" fmla="*/ 2661920 w 2921794"/>
              <a:gd name="csY12" fmla="*/ 142240 h 2641600"/>
              <a:gd name="csX13" fmla="*/ 2753360 w 2921794"/>
              <a:gd name="csY13" fmla="*/ 162560 h 2641600"/>
              <a:gd name="csX14" fmla="*/ 2824480 w 2921794"/>
              <a:gd name="csY14" fmla="*/ 254000 h 2641600"/>
              <a:gd name="csX15" fmla="*/ 2895600 w 2921794"/>
              <a:gd name="csY15" fmla="*/ 497840 h 2641600"/>
              <a:gd name="csX16" fmla="*/ 2834640 w 2921794"/>
              <a:gd name="csY16" fmla="*/ 1391920 h 2641600"/>
              <a:gd name="csX17" fmla="*/ 2763520 w 2921794"/>
              <a:gd name="csY17" fmla="*/ 1513840 h 2641600"/>
              <a:gd name="csX18" fmla="*/ 2651760 w 2921794"/>
              <a:gd name="csY18" fmla="*/ 1635760 h 2641600"/>
              <a:gd name="csX19" fmla="*/ 2407920 w 2921794"/>
              <a:gd name="csY19" fmla="*/ 1483360 h 2641600"/>
              <a:gd name="csX20" fmla="*/ 2387600 w 2921794"/>
              <a:gd name="csY20" fmla="*/ 1361440 h 2641600"/>
              <a:gd name="csX21" fmla="*/ 2357120 w 2921794"/>
              <a:gd name="csY21" fmla="*/ 812800 h 2641600"/>
              <a:gd name="csX22" fmla="*/ 2286000 w 2921794"/>
              <a:gd name="csY22" fmla="*/ 660400 h 2641600"/>
              <a:gd name="csX23" fmla="*/ 2194560 w 2921794"/>
              <a:gd name="csY23" fmla="*/ 629920 h 2641600"/>
              <a:gd name="csX24" fmla="*/ 2062480 w 2921794"/>
              <a:gd name="csY24" fmla="*/ 660400 h 2641600"/>
              <a:gd name="csX25" fmla="*/ 1991360 w 2921794"/>
              <a:gd name="csY25" fmla="*/ 894080 h 2641600"/>
              <a:gd name="csX26" fmla="*/ 1991360 w 2921794"/>
              <a:gd name="csY26" fmla="*/ 1727200 h 2641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2921794" h="2641600">
                <a:moveTo>
                  <a:pt x="0" y="2641600"/>
                </a:moveTo>
                <a:cubicBezTo>
                  <a:pt x="74507" y="2628053"/>
                  <a:pt x="149652" y="2617640"/>
                  <a:pt x="223520" y="2600960"/>
                </a:cubicBezTo>
                <a:cubicBezTo>
                  <a:pt x="254860" y="2593883"/>
                  <a:pt x="308659" y="2601985"/>
                  <a:pt x="314960" y="2570480"/>
                </a:cubicBezTo>
                <a:cubicBezTo>
                  <a:pt x="339544" y="2447562"/>
                  <a:pt x="308187" y="2319867"/>
                  <a:pt x="304800" y="2194560"/>
                </a:cubicBezTo>
                <a:cubicBezTo>
                  <a:pt x="311573" y="1954107"/>
                  <a:pt x="316217" y="1713584"/>
                  <a:pt x="325120" y="1473200"/>
                </a:cubicBezTo>
                <a:cubicBezTo>
                  <a:pt x="326380" y="1439188"/>
                  <a:pt x="335280" y="1405636"/>
                  <a:pt x="335280" y="1371600"/>
                </a:cubicBezTo>
                <a:cubicBezTo>
                  <a:pt x="335280" y="1093873"/>
                  <a:pt x="328507" y="816187"/>
                  <a:pt x="325120" y="538480"/>
                </a:cubicBezTo>
                <a:cubicBezTo>
                  <a:pt x="327056" y="510412"/>
                  <a:pt x="294253" y="236462"/>
                  <a:pt x="396240" y="172720"/>
                </a:cubicBezTo>
                <a:cubicBezTo>
                  <a:pt x="455445" y="135717"/>
                  <a:pt x="522549" y="111972"/>
                  <a:pt x="589280" y="91440"/>
                </a:cubicBezTo>
                <a:cubicBezTo>
                  <a:pt x="633307" y="77893"/>
                  <a:pt x="676231" y="60031"/>
                  <a:pt x="721360" y="50800"/>
                </a:cubicBezTo>
                <a:cubicBezTo>
                  <a:pt x="825546" y="29489"/>
                  <a:pt x="1036320" y="0"/>
                  <a:pt x="1036320" y="0"/>
                </a:cubicBezTo>
                <a:lnTo>
                  <a:pt x="1737360" y="40640"/>
                </a:lnTo>
                <a:cubicBezTo>
                  <a:pt x="1884513" y="51540"/>
                  <a:pt x="2418876" y="88230"/>
                  <a:pt x="2661920" y="142240"/>
                </a:cubicBezTo>
                <a:lnTo>
                  <a:pt x="2753360" y="162560"/>
                </a:lnTo>
                <a:cubicBezTo>
                  <a:pt x="2786809" y="196009"/>
                  <a:pt x="2800175" y="205390"/>
                  <a:pt x="2824480" y="254000"/>
                </a:cubicBezTo>
                <a:cubicBezTo>
                  <a:pt x="2857875" y="320789"/>
                  <a:pt x="2880173" y="436131"/>
                  <a:pt x="2895600" y="497840"/>
                </a:cubicBezTo>
                <a:cubicBezTo>
                  <a:pt x="2881418" y="1065109"/>
                  <a:pt x="2995712" y="1099061"/>
                  <a:pt x="2834640" y="1391920"/>
                </a:cubicBezTo>
                <a:cubicBezTo>
                  <a:pt x="2811966" y="1433145"/>
                  <a:pt x="2790024" y="1474967"/>
                  <a:pt x="2763520" y="1513840"/>
                </a:cubicBezTo>
                <a:cubicBezTo>
                  <a:pt x="2698691" y="1608922"/>
                  <a:pt x="2711547" y="1595902"/>
                  <a:pt x="2651760" y="1635760"/>
                </a:cubicBezTo>
                <a:cubicBezTo>
                  <a:pt x="2561358" y="1598536"/>
                  <a:pt x="2453196" y="1583974"/>
                  <a:pt x="2407920" y="1483360"/>
                </a:cubicBezTo>
                <a:cubicBezTo>
                  <a:pt x="2391013" y="1445788"/>
                  <a:pt x="2394373" y="1402080"/>
                  <a:pt x="2387600" y="1361440"/>
                </a:cubicBezTo>
                <a:cubicBezTo>
                  <a:pt x="2384045" y="1201443"/>
                  <a:pt x="2409013" y="985778"/>
                  <a:pt x="2357120" y="812800"/>
                </a:cubicBezTo>
                <a:cubicBezTo>
                  <a:pt x="2349861" y="788602"/>
                  <a:pt x="2323532" y="688549"/>
                  <a:pt x="2286000" y="660400"/>
                </a:cubicBezTo>
                <a:cubicBezTo>
                  <a:pt x="2266871" y="646053"/>
                  <a:pt x="2218719" y="635960"/>
                  <a:pt x="2194560" y="629920"/>
                </a:cubicBezTo>
                <a:cubicBezTo>
                  <a:pt x="2150533" y="640080"/>
                  <a:pt x="2098372" y="632953"/>
                  <a:pt x="2062480" y="660400"/>
                </a:cubicBezTo>
                <a:cubicBezTo>
                  <a:pt x="2035904" y="680723"/>
                  <a:pt x="1991833" y="879108"/>
                  <a:pt x="1991360" y="894080"/>
                </a:cubicBezTo>
                <a:cubicBezTo>
                  <a:pt x="1982595" y="1171648"/>
                  <a:pt x="1991360" y="1449493"/>
                  <a:pt x="1991360" y="172720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자유형: 도형 70">
            <a:extLst>
              <a:ext uri="{FF2B5EF4-FFF2-40B4-BE49-F238E27FC236}">
                <a16:creationId xmlns:a16="http://schemas.microsoft.com/office/drawing/2014/main" id="{7A3B0261-5709-DC08-AF12-EB1C2C4EB59B}"/>
              </a:ext>
            </a:extLst>
          </p:cNvPr>
          <p:cNvSpPr/>
          <p:nvPr/>
        </p:nvSpPr>
        <p:spPr>
          <a:xfrm>
            <a:off x="8300720" y="2086922"/>
            <a:ext cx="3098800" cy="2093499"/>
          </a:xfrm>
          <a:custGeom>
            <a:avLst/>
            <a:gdLst>
              <a:gd name="csX0" fmla="*/ 0 w 3098800"/>
              <a:gd name="csY0" fmla="*/ 539 h 2093499"/>
              <a:gd name="csX1" fmla="*/ 132080 w 3098800"/>
              <a:gd name="csY1" fmla="*/ 20859 h 2093499"/>
              <a:gd name="csX2" fmla="*/ 457200 w 3098800"/>
              <a:gd name="csY2" fmla="*/ 102139 h 2093499"/>
              <a:gd name="csX3" fmla="*/ 467360 w 3098800"/>
              <a:gd name="csY3" fmla="*/ 366299 h 2093499"/>
              <a:gd name="csX4" fmla="*/ 782320 w 3098800"/>
              <a:gd name="csY4" fmla="*/ 335819 h 2093499"/>
              <a:gd name="csX5" fmla="*/ 853440 w 3098800"/>
              <a:gd name="csY5" fmla="*/ 325659 h 2093499"/>
              <a:gd name="csX6" fmla="*/ 1330960 w 3098800"/>
              <a:gd name="csY6" fmla="*/ 315499 h 2093499"/>
              <a:gd name="csX7" fmla="*/ 2499360 w 3098800"/>
              <a:gd name="csY7" fmla="*/ 325659 h 2093499"/>
              <a:gd name="csX8" fmla="*/ 2702560 w 3098800"/>
              <a:gd name="csY8" fmla="*/ 345979 h 2093499"/>
              <a:gd name="csX9" fmla="*/ 2804160 w 3098800"/>
              <a:gd name="csY9" fmla="*/ 386619 h 2093499"/>
              <a:gd name="csX10" fmla="*/ 2946400 w 3098800"/>
              <a:gd name="csY10" fmla="*/ 427259 h 2093499"/>
              <a:gd name="csX11" fmla="*/ 3027680 w 3098800"/>
              <a:gd name="csY11" fmla="*/ 569499 h 2093499"/>
              <a:gd name="csX12" fmla="*/ 3037840 w 3098800"/>
              <a:gd name="csY12" fmla="*/ 660939 h 2093499"/>
              <a:gd name="csX13" fmla="*/ 3048000 w 3098800"/>
              <a:gd name="csY13" fmla="*/ 874299 h 2093499"/>
              <a:gd name="csX14" fmla="*/ 3078480 w 3098800"/>
              <a:gd name="csY14" fmla="*/ 1148619 h 2093499"/>
              <a:gd name="csX15" fmla="*/ 3098800 w 3098800"/>
              <a:gd name="csY15" fmla="*/ 1341659 h 2093499"/>
              <a:gd name="csX16" fmla="*/ 3088640 w 3098800"/>
              <a:gd name="csY16" fmla="*/ 1890299 h 2093499"/>
              <a:gd name="csX17" fmla="*/ 3068320 w 3098800"/>
              <a:gd name="csY17" fmla="*/ 1981739 h 2093499"/>
              <a:gd name="csX18" fmla="*/ 3058160 w 3098800"/>
              <a:gd name="csY18" fmla="*/ 2042699 h 2093499"/>
              <a:gd name="csX19" fmla="*/ 3048000 w 3098800"/>
              <a:gd name="csY19" fmla="*/ 2093499 h 20934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</a:cxnLst>
            <a:rect l="l" t="t" r="r" b="b"/>
            <a:pathLst>
              <a:path w="3098800" h="2093499">
                <a:moveTo>
                  <a:pt x="0" y="539"/>
                </a:moveTo>
                <a:cubicBezTo>
                  <a:pt x="44027" y="7312"/>
                  <a:pt x="87630" y="17960"/>
                  <a:pt x="132080" y="20859"/>
                </a:cubicBezTo>
                <a:cubicBezTo>
                  <a:pt x="489521" y="44170"/>
                  <a:pt x="483553" y="-82330"/>
                  <a:pt x="457200" y="102139"/>
                </a:cubicBezTo>
                <a:cubicBezTo>
                  <a:pt x="460587" y="190192"/>
                  <a:pt x="395806" y="314870"/>
                  <a:pt x="467360" y="366299"/>
                </a:cubicBezTo>
                <a:cubicBezTo>
                  <a:pt x="553009" y="427859"/>
                  <a:pt x="677422" y="346861"/>
                  <a:pt x="782320" y="335819"/>
                </a:cubicBezTo>
                <a:cubicBezTo>
                  <a:pt x="806136" y="333312"/>
                  <a:pt x="829509" y="326545"/>
                  <a:pt x="853440" y="325659"/>
                </a:cubicBezTo>
                <a:cubicBezTo>
                  <a:pt x="1012540" y="319766"/>
                  <a:pt x="1171787" y="318886"/>
                  <a:pt x="1330960" y="315499"/>
                </a:cubicBezTo>
                <a:lnTo>
                  <a:pt x="2499360" y="325659"/>
                </a:lnTo>
                <a:cubicBezTo>
                  <a:pt x="2567414" y="327171"/>
                  <a:pt x="2635811" y="332629"/>
                  <a:pt x="2702560" y="345979"/>
                </a:cubicBezTo>
                <a:cubicBezTo>
                  <a:pt x="2738327" y="353132"/>
                  <a:pt x="2769732" y="374569"/>
                  <a:pt x="2804160" y="386619"/>
                </a:cubicBezTo>
                <a:cubicBezTo>
                  <a:pt x="2861647" y="406740"/>
                  <a:pt x="2894161" y="414199"/>
                  <a:pt x="2946400" y="427259"/>
                </a:cubicBezTo>
                <a:cubicBezTo>
                  <a:pt x="2981812" y="476836"/>
                  <a:pt x="3012619" y="509254"/>
                  <a:pt x="3027680" y="569499"/>
                </a:cubicBezTo>
                <a:cubicBezTo>
                  <a:pt x="3035118" y="599251"/>
                  <a:pt x="3034453" y="630459"/>
                  <a:pt x="3037840" y="660939"/>
                </a:cubicBezTo>
                <a:cubicBezTo>
                  <a:pt x="3041227" y="732059"/>
                  <a:pt x="3042804" y="803288"/>
                  <a:pt x="3048000" y="874299"/>
                </a:cubicBezTo>
                <a:cubicBezTo>
                  <a:pt x="3084471" y="1372736"/>
                  <a:pt x="3053850" y="914631"/>
                  <a:pt x="3078480" y="1148619"/>
                </a:cubicBezTo>
                <a:cubicBezTo>
                  <a:pt x="3102777" y="1379445"/>
                  <a:pt x="3075739" y="1180230"/>
                  <a:pt x="3098800" y="1341659"/>
                </a:cubicBezTo>
                <a:cubicBezTo>
                  <a:pt x="3095413" y="1524539"/>
                  <a:pt x="3097340" y="1707595"/>
                  <a:pt x="3088640" y="1890299"/>
                </a:cubicBezTo>
                <a:cubicBezTo>
                  <a:pt x="3087155" y="1921487"/>
                  <a:pt x="3074443" y="1951122"/>
                  <a:pt x="3068320" y="1981739"/>
                </a:cubicBezTo>
                <a:cubicBezTo>
                  <a:pt x="3064280" y="2001939"/>
                  <a:pt x="3061845" y="2022431"/>
                  <a:pt x="3058160" y="2042699"/>
                </a:cubicBezTo>
                <a:cubicBezTo>
                  <a:pt x="3055071" y="2059689"/>
                  <a:pt x="3051387" y="2076566"/>
                  <a:pt x="3048000" y="2093499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자유형: 도형 71">
            <a:extLst>
              <a:ext uri="{FF2B5EF4-FFF2-40B4-BE49-F238E27FC236}">
                <a16:creationId xmlns:a16="http://schemas.microsoft.com/office/drawing/2014/main" id="{C201A9AB-A514-FC97-5658-7CB337D92F08}"/>
              </a:ext>
            </a:extLst>
          </p:cNvPr>
          <p:cNvSpPr/>
          <p:nvPr/>
        </p:nvSpPr>
        <p:spPr>
          <a:xfrm>
            <a:off x="11295374" y="2402421"/>
            <a:ext cx="408211" cy="2611120"/>
          </a:xfrm>
          <a:custGeom>
            <a:avLst/>
            <a:gdLst>
              <a:gd name="csX0" fmla="*/ 398786 w 408211"/>
              <a:gd name="csY0" fmla="*/ 0 h 2611120"/>
              <a:gd name="csX1" fmla="*/ 368306 w 408211"/>
              <a:gd name="csY1" fmla="*/ 284480 h 2611120"/>
              <a:gd name="csX2" fmla="*/ 388626 w 408211"/>
              <a:gd name="csY2" fmla="*/ 711200 h 2611120"/>
              <a:gd name="csX3" fmla="*/ 388626 w 408211"/>
              <a:gd name="csY3" fmla="*/ 1798320 h 2611120"/>
              <a:gd name="csX4" fmla="*/ 368306 w 408211"/>
              <a:gd name="csY4" fmla="*/ 1910080 h 2611120"/>
              <a:gd name="csX5" fmla="*/ 347986 w 408211"/>
              <a:gd name="csY5" fmla="*/ 1981200 h 2611120"/>
              <a:gd name="csX6" fmla="*/ 327666 w 408211"/>
              <a:gd name="csY6" fmla="*/ 2397760 h 2611120"/>
              <a:gd name="csX7" fmla="*/ 307346 w 408211"/>
              <a:gd name="csY7" fmla="*/ 2438400 h 2611120"/>
              <a:gd name="csX8" fmla="*/ 297186 w 408211"/>
              <a:gd name="csY8" fmla="*/ 2468880 h 2611120"/>
              <a:gd name="csX9" fmla="*/ 276866 w 408211"/>
              <a:gd name="csY9" fmla="*/ 2499360 h 2611120"/>
              <a:gd name="csX10" fmla="*/ 246386 w 408211"/>
              <a:gd name="csY10" fmla="*/ 2540000 h 2611120"/>
              <a:gd name="csX11" fmla="*/ 134626 w 408211"/>
              <a:gd name="csY11" fmla="*/ 2611120 h 2611120"/>
              <a:gd name="csX12" fmla="*/ 33026 w 408211"/>
              <a:gd name="csY12" fmla="*/ 2600960 h 2611120"/>
              <a:gd name="csX13" fmla="*/ 22866 w 408211"/>
              <a:gd name="csY13" fmla="*/ 2570480 h 2611120"/>
              <a:gd name="csX14" fmla="*/ 2546 w 408211"/>
              <a:gd name="csY14" fmla="*/ 2468880 h 26111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408211" h="2611120">
                <a:moveTo>
                  <a:pt x="398786" y="0"/>
                </a:moveTo>
                <a:cubicBezTo>
                  <a:pt x="362830" y="125846"/>
                  <a:pt x="368306" y="86157"/>
                  <a:pt x="368306" y="284480"/>
                </a:cubicBezTo>
                <a:cubicBezTo>
                  <a:pt x="368306" y="624530"/>
                  <a:pt x="355346" y="544801"/>
                  <a:pt x="388626" y="711200"/>
                </a:cubicBezTo>
                <a:cubicBezTo>
                  <a:pt x="417467" y="1143808"/>
                  <a:pt x="411862" y="1000536"/>
                  <a:pt x="388626" y="1798320"/>
                </a:cubicBezTo>
                <a:cubicBezTo>
                  <a:pt x="387524" y="1836168"/>
                  <a:pt x="376520" y="1873118"/>
                  <a:pt x="368306" y="1910080"/>
                </a:cubicBezTo>
                <a:cubicBezTo>
                  <a:pt x="362958" y="1934148"/>
                  <a:pt x="354759" y="1957493"/>
                  <a:pt x="347986" y="1981200"/>
                </a:cubicBezTo>
                <a:cubicBezTo>
                  <a:pt x="341213" y="2120053"/>
                  <a:pt x="389837" y="2273418"/>
                  <a:pt x="327666" y="2397760"/>
                </a:cubicBezTo>
                <a:cubicBezTo>
                  <a:pt x="320893" y="2411307"/>
                  <a:pt x="313312" y="2424479"/>
                  <a:pt x="307346" y="2438400"/>
                </a:cubicBezTo>
                <a:cubicBezTo>
                  <a:pt x="303127" y="2448244"/>
                  <a:pt x="301975" y="2459301"/>
                  <a:pt x="297186" y="2468880"/>
                </a:cubicBezTo>
                <a:cubicBezTo>
                  <a:pt x="291725" y="2479802"/>
                  <a:pt x="283963" y="2489424"/>
                  <a:pt x="276866" y="2499360"/>
                </a:cubicBezTo>
                <a:cubicBezTo>
                  <a:pt x="267024" y="2513139"/>
                  <a:pt x="258916" y="2528609"/>
                  <a:pt x="246386" y="2540000"/>
                </a:cubicBezTo>
                <a:cubicBezTo>
                  <a:pt x="181365" y="2599110"/>
                  <a:pt x="189384" y="2592867"/>
                  <a:pt x="134626" y="2611120"/>
                </a:cubicBezTo>
                <a:cubicBezTo>
                  <a:pt x="100759" y="2607733"/>
                  <a:pt x="65012" y="2612591"/>
                  <a:pt x="33026" y="2600960"/>
                </a:cubicBezTo>
                <a:cubicBezTo>
                  <a:pt x="22961" y="2597300"/>
                  <a:pt x="27655" y="2580059"/>
                  <a:pt x="22866" y="2570480"/>
                </a:cubicBezTo>
                <a:cubicBezTo>
                  <a:pt x="-10604" y="2503540"/>
                  <a:pt x="2546" y="2584701"/>
                  <a:pt x="2546" y="246888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D0187E0-5D5C-CFE2-53F6-6C514458D1BA}"/>
              </a:ext>
            </a:extLst>
          </p:cNvPr>
          <p:cNvSpPr txBox="1"/>
          <p:nvPr/>
        </p:nvSpPr>
        <p:spPr>
          <a:xfrm>
            <a:off x="4151983" y="5612782"/>
            <a:ext cx="31999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/>
              <a:t>기존</a:t>
            </a:r>
            <a:endParaRPr lang="en-US" altLang="ko-KR" dirty="0"/>
          </a:p>
          <a:p>
            <a:pPr algn="ctr"/>
            <a:r>
              <a:rPr lang="ko-KR" altLang="en-US" dirty="0"/>
              <a:t>최단 거리로 플레이어를 추적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091EDAD-A004-76C7-952C-6FD167571456}"/>
              </a:ext>
            </a:extLst>
          </p:cNvPr>
          <p:cNvSpPr txBox="1"/>
          <p:nvPr/>
        </p:nvSpPr>
        <p:spPr>
          <a:xfrm>
            <a:off x="7944075" y="5539148"/>
            <a:ext cx="397416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차별성</a:t>
            </a:r>
            <a:endParaRPr lang="en-US" altLang="ko-KR" dirty="0"/>
          </a:p>
          <a:p>
            <a:pPr algn="ctr"/>
            <a:r>
              <a:rPr lang="ko-KR" altLang="en-US" dirty="0"/>
              <a:t>플레이어 시야 및 예상 경로에 따른</a:t>
            </a:r>
            <a:endParaRPr lang="en-US" altLang="ko-KR" dirty="0"/>
          </a:p>
          <a:p>
            <a:pPr algn="ctr"/>
            <a:r>
              <a:rPr lang="ko-KR" altLang="en-US" dirty="0"/>
              <a:t>가중치 반영한 추적 경로 </a:t>
            </a:r>
            <a:r>
              <a:rPr lang="en-US" altLang="ko-KR" dirty="0"/>
              <a:t>ai</a:t>
            </a:r>
            <a:endParaRPr lang="ko-KR" altLang="en-US" dirty="0"/>
          </a:p>
        </p:txBody>
      </p: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A528E411-254B-CC37-76BC-F3894BC795F3}"/>
              </a:ext>
            </a:extLst>
          </p:cNvPr>
          <p:cNvCxnSpPr>
            <a:cxnSpLocks/>
          </p:cNvCxnSpPr>
          <p:nvPr/>
        </p:nvCxnSpPr>
        <p:spPr>
          <a:xfrm>
            <a:off x="3451067" y="1727814"/>
            <a:ext cx="0" cy="4987946"/>
          </a:xfrm>
          <a:prstGeom prst="line">
            <a:avLst/>
          </a:prstGeom>
          <a:ln>
            <a:solidFill>
              <a:srgbClr val="2C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7" name="그림 76">
            <a:extLst>
              <a:ext uri="{FF2B5EF4-FFF2-40B4-BE49-F238E27FC236}">
                <a16:creationId xmlns:a16="http://schemas.microsoft.com/office/drawing/2014/main" id="{0603ECC6-6C59-75B8-33A7-288DD05075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7697" y="3314402"/>
            <a:ext cx="1518361" cy="1739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2201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9D6D6-5237-C0FD-A403-74CCD36D5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F67BFCE3-DCB7-5625-148D-E6E867736EB0}"/>
              </a:ext>
            </a:extLst>
          </p:cNvPr>
          <p:cNvGrpSpPr/>
          <p:nvPr/>
        </p:nvGrpSpPr>
        <p:grpSpPr>
          <a:xfrm>
            <a:off x="4401637" y="2114582"/>
            <a:ext cx="3420879" cy="3835321"/>
            <a:chOff x="4401637" y="2114582"/>
            <a:chExt cx="3420879" cy="3835321"/>
          </a:xfrm>
        </p:grpSpPr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73F22C26-CD11-AB93-E9A3-6AE728DED13F}"/>
                </a:ext>
              </a:extLst>
            </p:cNvPr>
            <p:cNvGrpSpPr/>
            <p:nvPr/>
          </p:nvGrpSpPr>
          <p:grpSpPr>
            <a:xfrm>
              <a:off x="4438420" y="2114582"/>
              <a:ext cx="3384096" cy="3184463"/>
              <a:chOff x="7440433" y="2399339"/>
              <a:chExt cx="3384096" cy="3184463"/>
            </a:xfrm>
          </p:grpSpPr>
          <p:sp>
            <p:nvSpPr>
              <p:cNvPr id="50" name="부분 원형 49">
                <a:extLst>
                  <a:ext uri="{FF2B5EF4-FFF2-40B4-BE49-F238E27FC236}">
                    <a16:creationId xmlns:a16="http://schemas.microsoft.com/office/drawing/2014/main" id="{6C720CC2-1A26-2948-A156-3265EA4896EE}"/>
                  </a:ext>
                </a:extLst>
              </p:cNvPr>
              <p:cNvSpPr/>
              <p:nvPr/>
            </p:nvSpPr>
            <p:spPr>
              <a:xfrm rot="12433936">
                <a:off x="7440433" y="2399339"/>
                <a:ext cx="3371621" cy="3184463"/>
              </a:xfrm>
              <a:prstGeom prst="pie">
                <a:avLst>
                  <a:gd name="adj1" fmla="val 0"/>
                  <a:gd name="adj2" fmla="val 7128648"/>
                </a:avLst>
              </a:prstGeom>
              <a:solidFill>
                <a:srgbClr val="FFFF99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1" name="부분 원형 50">
                <a:extLst>
                  <a:ext uri="{FF2B5EF4-FFF2-40B4-BE49-F238E27FC236}">
                    <a16:creationId xmlns:a16="http://schemas.microsoft.com/office/drawing/2014/main" id="{B4A98C74-0003-6080-F45C-05489DF88F3B}"/>
                  </a:ext>
                </a:extLst>
              </p:cNvPr>
              <p:cNvSpPr/>
              <p:nvPr/>
            </p:nvSpPr>
            <p:spPr>
              <a:xfrm rot="1652115">
                <a:off x="7452908" y="2399339"/>
                <a:ext cx="3371621" cy="3184463"/>
              </a:xfrm>
              <a:prstGeom prst="pie">
                <a:avLst>
                  <a:gd name="adj1" fmla="val 0"/>
                  <a:gd name="adj2" fmla="val 7128648"/>
                </a:avLst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1" name="부분 원형 20">
              <a:extLst>
                <a:ext uri="{FF2B5EF4-FFF2-40B4-BE49-F238E27FC236}">
                  <a16:creationId xmlns:a16="http://schemas.microsoft.com/office/drawing/2014/main" id="{C9E13031-C5C0-0FF7-CCF0-5951ABEAEA7D}"/>
                </a:ext>
              </a:extLst>
            </p:cNvPr>
            <p:cNvSpPr/>
            <p:nvPr/>
          </p:nvSpPr>
          <p:spPr>
            <a:xfrm rot="1657940">
              <a:off x="4401637" y="2765440"/>
              <a:ext cx="3371621" cy="3184463"/>
            </a:xfrm>
            <a:prstGeom prst="pie">
              <a:avLst>
                <a:gd name="adj1" fmla="val 0"/>
                <a:gd name="adj2" fmla="val 7128648"/>
              </a:avLst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A84A4FA0-5970-A09C-7588-32514CF84D1B}"/>
                </a:ext>
              </a:extLst>
            </p:cNvPr>
            <p:cNvSpPr/>
            <p:nvPr/>
          </p:nvSpPr>
          <p:spPr>
            <a:xfrm>
              <a:off x="6058589" y="3738572"/>
              <a:ext cx="133624" cy="308832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80965239-14D8-38EB-5DCA-7431DF306ECD}"/>
                </a:ext>
              </a:extLst>
            </p:cNvPr>
            <p:cNvSpPr/>
            <p:nvPr/>
          </p:nvSpPr>
          <p:spPr>
            <a:xfrm>
              <a:off x="6049417" y="4048840"/>
              <a:ext cx="133624" cy="308832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1093F052-E033-258B-F1DC-5433954791EB}"/>
              </a:ext>
            </a:extLst>
          </p:cNvPr>
          <p:cNvGrpSpPr/>
          <p:nvPr/>
        </p:nvGrpSpPr>
        <p:grpSpPr>
          <a:xfrm rot="19699749">
            <a:off x="607903" y="2270433"/>
            <a:ext cx="3388394" cy="3647713"/>
            <a:chOff x="607903" y="2270433"/>
            <a:chExt cx="3388394" cy="3647713"/>
          </a:xfrm>
        </p:grpSpPr>
        <p:grpSp>
          <p:nvGrpSpPr>
            <p:cNvPr id="52" name="그룹 51">
              <a:extLst>
                <a:ext uri="{FF2B5EF4-FFF2-40B4-BE49-F238E27FC236}">
                  <a16:creationId xmlns:a16="http://schemas.microsoft.com/office/drawing/2014/main" id="{0F558B78-977D-FCA7-C10E-5246C701519D}"/>
                </a:ext>
              </a:extLst>
            </p:cNvPr>
            <p:cNvGrpSpPr/>
            <p:nvPr/>
          </p:nvGrpSpPr>
          <p:grpSpPr>
            <a:xfrm>
              <a:off x="607903" y="2270433"/>
              <a:ext cx="3384096" cy="3184463"/>
              <a:chOff x="7440433" y="2399339"/>
              <a:chExt cx="3384096" cy="3184463"/>
            </a:xfrm>
          </p:grpSpPr>
          <p:sp>
            <p:nvSpPr>
              <p:cNvPr id="53" name="부분 원형 52">
                <a:extLst>
                  <a:ext uri="{FF2B5EF4-FFF2-40B4-BE49-F238E27FC236}">
                    <a16:creationId xmlns:a16="http://schemas.microsoft.com/office/drawing/2014/main" id="{BB6B3509-50A5-1707-CBEA-C5B29D291779}"/>
                  </a:ext>
                </a:extLst>
              </p:cNvPr>
              <p:cNvSpPr/>
              <p:nvPr/>
            </p:nvSpPr>
            <p:spPr>
              <a:xfrm rot="12433936">
                <a:off x="7440433" y="2399339"/>
                <a:ext cx="3371621" cy="3184463"/>
              </a:xfrm>
              <a:prstGeom prst="pie">
                <a:avLst>
                  <a:gd name="adj1" fmla="val 0"/>
                  <a:gd name="adj2" fmla="val 7128648"/>
                </a:avLst>
              </a:prstGeom>
              <a:solidFill>
                <a:srgbClr val="FFFF99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4" name="부분 원형 53">
                <a:extLst>
                  <a:ext uri="{FF2B5EF4-FFF2-40B4-BE49-F238E27FC236}">
                    <a16:creationId xmlns:a16="http://schemas.microsoft.com/office/drawing/2014/main" id="{EA80E0FA-46F4-00CE-49B2-5399ACC6B11F}"/>
                  </a:ext>
                </a:extLst>
              </p:cNvPr>
              <p:cNvSpPr/>
              <p:nvPr/>
            </p:nvSpPr>
            <p:spPr>
              <a:xfrm rot="1652115">
                <a:off x="7452908" y="2399339"/>
                <a:ext cx="3371621" cy="3184463"/>
              </a:xfrm>
              <a:prstGeom prst="pie">
                <a:avLst>
                  <a:gd name="adj1" fmla="val 0"/>
                  <a:gd name="adj2" fmla="val 7128648"/>
                </a:avLst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5" name="그룹 54">
              <a:extLst>
                <a:ext uri="{FF2B5EF4-FFF2-40B4-BE49-F238E27FC236}">
                  <a16:creationId xmlns:a16="http://schemas.microsoft.com/office/drawing/2014/main" id="{B22E97FA-8656-0C71-F89A-CB3565EF4BAF}"/>
                </a:ext>
              </a:extLst>
            </p:cNvPr>
            <p:cNvGrpSpPr/>
            <p:nvPr/>
          </p:nvGrpSpPr>
          <p:grpSpPr>
            <a:xfrm flipV="1">
              <a:off x="612201" y="2733683"/>
              <a:ext cx="3384096" cy="3184463"/>
              <a:chOff x="7440433" y="2399339"/>
              <a:chExt cx="3384096" cy="3184463"/>
            </a:xfrm>
          </p:grpSpPr>
          <p:sp>
            <p:nvSpPr>
              <p:cNvPr id="56" name="부분 원형 55">
                <a:extLst>
                  <a:ext uri="{FF2B5EF4-FFF2-40B4-BE49-F238E27FC236}">
                    <a16:creationId xmlns:a16="http://schemas.microsoft.com/office/drawing/2014/main" id="{6717BDFE-8EA3-3934-8189-802AD40EC397}"/>
                  </a:ext>
                </a:extLst>
              </p:cNvPr>
              <p:cNvSpPr/>
              <p:nvPr/>
            </p:nvSpPr>
            <p:spPr>
              <a:xfrm rot="12433936">
                <a:off x="7440433" y="2399339"/>
                <a:ext cx="3371621" cy="3184463"/>
              </a:xfrm>
              <a:prstGeom prst="pie">
                <a:avLst>
                  <a:gd name="adj1" fmla="val 0"/>
                  <a:gd name="adj2" fmla="val 7128648"/>
                </a:avLst>
              </a:prstGeom>
              <a:solidFill>
                <a:srgbClr val="FFFF99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7" name="부분 원형 56">
                <a:extLst>
                  <a:ext uri="{FF2B5EF4-FFF2-40B4-BE49-F238E27FC236}">
                    <a16:creationId xmlns:a16="http://schemas.microsoft.com/office/drawing/2014/main" id="{E272BA4F-3CDB-5D5C-1674-1646D2D6F725}"/>
                  </a:ext>
                </a:extLst>
              </p:cNvPr>
              <p:cNvSpPr/>
              <p:nvPr/>
            </p:nvSpPr>
            <p:spPr>
              <a:xfrm rot="1652115">
                <a:off x="7452908" y="2399339"/>
                <a:ext cx="3371621" cy="3184463"/>
              </a:xfrm>
              <a:prstGeom prst="pie">
                <a:avLst>
                  <a:gd name="adj1" fmla="val 0"/>
                  <a:gd name="adj2" fmla="val 7128648"/>
                </a:avLst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0FCAE1E2-287F-98B0-EF43-34C6F346CAE8}"/>
              </a:ext>
            </a:extLst>
          </p:cNvPr>
          <p:cNvGrpSpPr/>
          <p:nvPr/>
        </p:nvGrpSpPr>
        <p:grpSpPr>
          <a:xfrm rot="1110360">
            <a:off x="8174434" y="2333949"/>
            <a:ext cx="3384096" cy="3184463"/>
            <a:chOff x="7440433" y="2399339"/>
            <a:chExt cx="3384096" cy="3184463"/>
          </a:xfrm>
        </p:grpSpPr>
        <p:sp>
          <p:nvSpPr>
            <p:cNvPr id="15" name="부분 원형 14">
              <a:extLst>
                <a:ext uri="{FF2B5EF4-FFF2-40B4-BE49-F238E27FC236}">
                  <a16:creationId xmlns:a16="http://schemas.microsoft.com/office/drawing/2014/main" id="{B305DD0E-6842-BEDB-FE8F-B968312FA91E}"/>
                </a:ext>
              </a:extLst>
            </p:cNvPr>
            <p:cNvSpPr/>
            <p:nvPr/>
          </p:nvSpPr>
          <p:spPr>
            <a:xfrm rot="12433936">
              <a:off x="7440433" y="2399339"/>
              <a:ext cx="3371621" cy="3184463"/>
            </a:xfrm>
            <a:prstGeom prst="pie">
              <a:avLst>
                <a:gd name="adj1" fmla="val 0"/>
                <a:gd name="adj2" fmla="val 7128648"/>
              </a:avLst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3" name="부분 원형 32">
              <a:extLst>
                <a:ext uri="{FF2B5EF4-FFF2-40B4-BE49-F238E27FC236}">
                  <a16:creationId xmlns:a16="http://schemas.microsoft.com/office/drawing/2014/main" id="{E8E66E7F-D570-D6E4-414D-8C5204F79600}"/>
                </a:ext>
              </a:extLst>
            </p:cNvPr>
            <p:cNvSpPr/>
            <p:nvPr/>
          </p:nvSpPr>
          <p:spPr>
            <a:xfrm rot="1652115">
              <a:off x="7452908" y="2399339"/>
              <a:ext cx="3371621" cy="3184463"/>
            </a:xfrm>
            <a:prstGeom prst="pie">
              <a:avLst>
                <a:gd name="adj1" fmla="val 0"/>
                <a:gd name="adj2" fmla="val 7128648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7" name="자유형: 도형 46">
            <a:extLst>
              <a:ext uri="{FF2B5EF4-FFF2-40B4-BE49-F238E27FC236}">
                <a16:creationId xmlns:a16="http://schemas.microsoft.com/office/drawing/2014/main" id="{D02D37E3-372C-1430-F14D-6FB008E86355}"/>
              </a:ext>
            </a:extLst>
          </p:cNvPr>
          <p:cNvSpPr/>
          <p:nvPr/>
        </p:nvSpPr>
        <p:spPr>
          <a:xfrm>
            <a:off x="9920834" y="1828652"/>
            <a:ext cx="1519388" cy="1539542"/>
          </a:xfrm>
          <a:custGeom>
            <a:avLst/>
            <a:gdLst>
              <a:gd name="csX0" fmla="*/ 0 w 1519388"/>
              <a:gd name="csY0" fmla="*/ 0 h 1539542"/>
              <a:gd name="csX1" fmla="*/ 1519388 w 1519388"/>
              <a:gd name="csY1" fmla="*/ 0 h 1539542"/>
              <a:gd name="csX2" fmla="*/ 1519388 w 1519388"/>
              <a:gd name="csY2" fmla="*/ 1236887 h 1539542"/>
              <a:gd name="csX3" fmla="*/ 961546 w 1519388"/>
              <a:gd name="csY3" fmla="*/ 1539542 h 1539542"/>
              <a:gd name="csX4" fmla="*/ 0 w 1519388"/>
              <a:gd name="csY4" fmla="*/ 1539542 h 15395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519388" h="1539542">
                <a:moveTo>
                  <a:pt x="0" y="0"/>
                </a:moveTo>
                <a:lnTo>
                  <a:pt x="1519388" y="0"/>
                </a:lnTo>
                <a:lnTo>
                  <a:pt x="1519388" y="1236887"/>
                </a:lnTo>
                <a:lnTo>
                  <a:pt x="961546" y="1539542"/>
                </a:lnTo>
                <a:lnTo>
                  <a:pt x="0" y="1539542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46" name="자유형: 도형 45">
            <a:extLst>
              <a:ext uri="{FF2B5EF4-FFF2-40B4-BE49-F238E27FC236}">
                <a16:creationId xmlns:a16="http://schemas.microsoft.com/office/drawing/2014/main" id="{590F0E69-D4CE-4633-97DC-58166B2756D8}"/>
              </a:ext>
            </a:extLst>
          </p:cNvPr>
          <p:cNvSpPr/>
          <p:nvPr/>
        </p:nvSpPr>
        <p:spPr>
          <a:xfrm>
            <a:off x="6248749" y="1787257"/>
            <a:ext cx="1519388" cy="1539542"/>
          </a:xfrm>
          <a:custGeom>
            <a:avLst/>
            <a:gdLst>
              <a:gd name="csX0" fmla="*/ 0 w 1519388"/>
              <a:gd name="csY0" fmla="*/ 0 h 1539542"/>
              <a:gd name="csX1" fmla="*/ 1519388 w 1519388"/>
              <a:gd name="csY1" fmla="*/ 0 h 1539542"/>
              <a:gd name="csX2" fmla="*/ 1519388 w 1519388"/>
              <a:gd name="csY2" fmla="*/ 1236887 h 1539542"/>
              <a:gd name="csX3" fmla="*/ 961546 w 1519388"/>
              <a:gd name="csY3" fmla="*/ 1539542 h 1539542"/>
              <a:gd name="csX4" fmla="*/ 0 w 1519388"/>
              <a:gd name="csY4" fmla="*/ 1539542 h 15395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519388" h="1539542">
                <a:moveTo>
                  <a:pt x="0" y="0"/>
                </a:moveTo>
                <a:lnTo>
                  <a:pt x="1519388" y="0"/>
                </a:lnTo>
                <a:lnTo>
                  <a:pt x="1519388" y="1236887"/>
                </a:lnTo>
                <a:lnTo>
                  <a:pt x="961546" y="1539542"/>
                </a:lnTo>
                <a:lnTo>
                  <a:pt x="0" y="1539542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F3E28FA-B572-BB55-4EE5-E6453483F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게임 정보</a:t>
            </a:r>
          </a:p>
        </p:txBody>
      </p:sp>
      <p:sp>
        <p:nvSpPr>
          <p:cNvPr id="6" name="이등변 삼각형 5">
            <a:extLst>
              <a:ext uri="{FF2B5EF4-FFF2-40B4-BE49-F238E27FC236}">
                <a16:creationId xmlns:a16="http://schemas.microsoft.com/office/drawing/2014/main" id="{53728DDD-9508-0D47-EB1A-AD50D7C39D40}"/>
              </a:ext>
            </a:extLst>
          </p:cNvPr>
          <p:cNvSpPr/>
          <p:nvPr/>
        </p:nvSpPr>
        <p:spPr>
          <a:xfrm>
            <a:off x="1503468" y="4700733"/>
            <a:ext cx="133052" cy="233874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A5F51804-E4E5-11A2-5ACB-F37926F4F567}"/>
              </a:ext>
            </a:extLst>
          </p:cNvPr>
          <p:cNvSpPr/>
          <p:nvPr/>
        </p:nvSpPr>
        <p:spPr>
          <a:xfrm>
            <a:off x="2237437" y="3862667"/>
            <a:ext cx="133624" cy="30883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E0B08DCB-1527-9692-4646-388888A94FB5}"/>
              </a:ext>
            </a:extLst>
          </p:cNvPr>
          <p:cNvSpPr/>
          <p:nvPr/>
        </p:nvSpPr>
        <p:spPr>
          <a:xfrm>
            <a:off x="2237437" y="4017083"/>
            <a:ext cx="133624" cy="30883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이등변 삼각형 10">
            <a:extLst>
              <a:ext uri="{FF2B5EF4-FFF2-40B4-BE49-F238E27FC236}">
                <a16:creationId xmlns:a16="http://schemas.microsoft.com/office/drawing/2014/main" id="{406456B9-3912-E497-51A3-953CE1FDBCB9}"/>
              </a:ext>
            </a:extLst>
          </p:cNvPr>
          <p:cNvSpPr/>
          <p:nvPr/>
        </p:nvSpPr>
        <p:spPr>
          <a:xfrm>
            <a:off x="2827443" y="2771331"/>
            <a:ext cx="133052" cy="233874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부분 원형 13">
            <a:extLst>
              <a:ext uri="{FF2B5EF4-FFF2-40B4-BE49-F238E27FC236}">
                <a16:creationId xmlns:a16="http://schemas.microsoft.com/office/drawing/2014/main" id="{DBDEFFD0-6857-9E9E-78F2-3561133545B8}"/>
              </a:ext>
            </a:extLst>
          </p:cNvPr>
          <p:cNvSpPr/>
          <p:nvPr/>
        </p:nvSpPr>
        <p:spPr>
          <a:xfrm rot="1657940">
            <a:off x="8174433" y="2797198"/>
            <a:ext cx="3371621" cy="3184463"/>
          </a:xfrm>
          <a:prstGeom prst="pie">
            <a:avLst>
              <a:gd name="adj1" fmla="val 0"/>
              <a:gd name="adj2" fmla="val 7128648"/>
            </a:avLst>
          </a:prstGeom>
          <a:solidFill>
            <a:srgbClr val="FFFF99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6" name="이등변 삼각형 15">
            <a:extLst>
              <a:ext uri="{FF2B5EF4-FFF2-40B4-BE49-F238E27FC236}">
                <a16:creationId xmlns:a16="http://schemas.microsoft.com/office/drawing/2014/main" id="{CACA05AC-481F-9A83-0B64-F8AAF6F6FCDC}"/>
              </a:ext>
            </a:extLst>
          </p:cNvPr>
          <p:cNvSpPr/>
          <p:nvPr/>
        </p:nvSpPr>
        <p:spPr>
          <a:xfrm>
            <a:off x="9059464" y="4764247"/>
            <a:ext cx="133052" cy="233874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36AFAF92-44F8-C428-E719-D6FED5361BDA}"/>
              </a:ext>
            </a:extLst>
          </p:cNvPr>
          <p:cNvSpPr/>
          <p:nvPr/>
        </p:nvSpPr>
        <p:spPr>
          <a:xfrm>
            <a:off x="9793433" y="3926181"/>
            <a:ext cx="133624" cy="30883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A85A3CA2-B9CA-B3C4-6993-24BEB0342ED9}"/>
              </a:ext>
            </a:extLst>
          </p:cNvPr>
          <p:cNvSpPr/>
          <p:nvPr/>
        </p:nvSpPr>
        <p:spPr>
          <a:xfrm>
            <a:off x="9793433" y="4080597"/>
            <a:ext cx="133624" cy="30883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9" name="이등변 삼각형 18">
            <a:extLst>
              <a:ext uri="{FF2B5EF4-FFF2-40B4-BE49-F238E27FC236}">
                <a16:creationId xmlns:a16="http://schemas.microsoft.com/office/drawing/2014/main" id="{3E6A07DF-CB34-05B5-442B-A8AACE789B4E}"/>
              </a:ext>
            </a:extLst>
          </p:cNvPr>
          <p:cNvSpPr/>
          <p:nvPr/>
        </p:nvSpPr>
        <p:spPr>
          <a:xfrm>
            <a:off x="11117458" y="3892988"/>
            <a:ext cx="133052" cy="233874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이등변 삼각형 19">
            <a:extLst>
              <a:ext uri="{FF2B5EF4-FFF2-40B4-BE49-F238E27FC236}">
                <a16:creationId xmlns:a16="http://schemas.microsoft.com/office/drawing/2014/main" id="{92463A69-F0BA-D094-568E-CFDB3D354F5C}"/>
              </a:ext>
            </a:extLst>
          </p:cNvPr>
          <p:cNvSpPr/>
          <p:nvPr/>
        </p:nvSpPr>
        <p:spPr>
          <a:xfrm>
            <a:off x="10383439" y="2834845"/>
            <a:ext cx="133052" cy="233874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이등변 삼각형 22">
            <a:extLst>
              <a:ext uri="{FF2B5EF4-FFF2-40B4-BE49-F238E27FC236}">
                <a16:creationId xmlns:a16="http://schemas.microsoft.com/office/drawing/2014/main" id="{AC0B34FE-9B0B-2294-C352-37EF92EAB0B4}"/>
              </a:ext>
            </a:extLst>
          </p:cNvPr>
          <p:cNvSpPr/>
          <p:nvPr/>
        </p:nvSpPr>
        <p:spPr>
          <a:xfrm>
            <a:off x="5315448" y="4732490"/>
            <a:ext cx="133052" cy="233874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이등변 삼각형 26">
            <a:extLst>
              <a:ext uri="{FF2B5EF4-FFF2-40B4-BE49-F238E27FC236}">
                <a16:creationId xmlns:a16="http://schemas.microsoft.com/office/drawing/2014/main" id="{7F0499EB-2AF3-7929-81F5-D53E371959D3}"/>
              </a:ext>
            </a:extLst>
          </p:cNvPr>
          <p:cNvSpPr/>
          <p:nvPr/>
        </p:nvSpPr>
        <p:spPr>
          <a:xfrm>
            <a:off x="6977544" y="2786691"/>
            <a:ext cx="133052" cy="233874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1C42CA4D-7957-C9CA-8B2B-E4E721D3A6FA}"/>
              </a:ext>
            </a:extLst>
          </p:cNvPr>
          <p:cNvSpPr/>
          <p:nvPr/>
        </p:nvSpPr>
        <p:spPr>
          <a:xfrm>
            <a:off x="6248749" y="3100718"/>
            <a:ext cx="914400" cy="2338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67BC733-5D88-9BCB-0AC2-4050DBC02FBC}"/>
              </a:ext>
            </a:extLst>
          </p:cNvPr>
          <p:cNvSpPr/>
          <p:nvPr/>
        </p:nvSpPr>
        <p:spPr>
          <a:xfrm>
            <a:off x="9927057" y="3149083"/>
            <a:ext cx="914400" cy="2338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209746A5-94E7-007E-3C0F-B6B4F12CE742}"/>
              </a:ext>
            </a:extLst>
          </p:cNvPr>
          <p:cNvCxnSpPr>
            <a:cxnSpLocks/>
          </p:cNvCxnSpPr>
          <p:nvPr/>
        </p:nvCxnSpPr>
        <p:spPr>
          <a:xfrm>
            <a:off x="4147931" y="1972624"/>
            <a:ext cx="0" cy="4308475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387717DD-39B2-BB56-C9C7-44474035F3C7}"/>
              </a:ext>
            </a:extLst>
          </p:cNvPr>
          <p:cNvCxnSpPr>
            <a:cxnSpLocks/>
          </p:cNvCxnSpPr>
          <p:nvPr/>
        </p:nvCxnSpPr>
        <p:spPr>
          <a:xfrm>
            <a:off x="8100806" y="1972624"/>
            <a:ext cx="0" cy="4308475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5509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-4.81481E-6 L 0.04778 -0.09398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83" y="-4699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-4.81481E-6 L -0.03542 0.16459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71" y="821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800000">
                                      <p:cBhvr>
                                        <p:cTn id="1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0" presetClass="path" presetSubtype="0" accel="50000" decel="5000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52 0.00023 L 0.01185 0.04213 C 0.01771 0.06065 0.00157 0.10671 -0.01731 0.12546 L -0.05924 0.16667 " pathEditMode="relative" rAng="14460000" ptsTypes="AAAA">
                                      <p:cBhvr>
                                        <p:cTn id="16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43" y="83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-2.22222E-6 L -0.09623 0.00162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818" y="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0">
                                      <p:cBhvr>
                                        <p:cTn id="24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-4.07407E-6 L -0.02734 -4.07407E-6 C -0.03971 -4.07407E-6 -0.05469 0.0338 -0.05469 0.06135 L -0.05469 0.12338 " pathEditMode="relative" rAng="0" ptsTypes="AAAA">
                                      <p:cBhvr>
                                        <p:cTn id="28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734" y="615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 animBg="1"/>
      <p:bldP spid="19" grpId="0" animBg="1"/>
      <p:bldP spid="20" grpId="0" animBg="1"/>
      <p:bldP spid="2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67EC0-A2FE-6979-87BB-C0EEB5698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그래픽 147" descr="심장 박동 윤곽선">
            <a:extLst>
              <a:ext uri="{FF2B5EF4-FFF2-40B4-BE49-F238E27FC236}">
                <a16:creationId xmlns:a16="http://schemas.microsoft.com/office/drawing/2014/main" id="{46DF863B-02BC-4675-B325-3B23DF3933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92905" y="3191284"/>
            <a:ext cx="1413744" cy="9144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77994EA7-C239-758A-88DB-DC8B6A793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공포 요소 구현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80591E-8421-DEDD-F294-5CF223C04346}"/>
              </a:ext>
            </a:extLst>
          </p:cNvPr>
          <p:cNvSpPr txBox="1"/>
          <p:nvPr/>
        </p:nvSpPr>
        <p:spPr>
          <a:xfrm>
            <a:off x="2215552" y="1839529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광원 효과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80475D-6776-214C-C89A-C4BFC46B28EA}"/>
              </a:ext>
            </a:extLst>
          </p:cNvPr>
          <p:cNvSpPr txBox="1"/>
          <p:nvPr/>
        </p:nvSpPr>
        <p:spPr>
          <a:xfrm>
            <a:off x="8700644" y="183952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효과음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9C787F-CAD3-9AA0-6C60-2C5F26E70667}"/>
              </a:ext>
            </a:extLst>
          </p:cNvPr>
          <p:cNvSpPr txBox="1"/>
          <p:nvPr/>
        </p:nvSpPr>
        <p:spPr>
          <a:xfrm>
            <a:off x="765712" y="4118135"/>
            <a:ext cx="319991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마네킹의 밀집도에 비례하여</a:t>
            </a:r>
            <a:endParaRPr lang="en-US" altLang="ko-KR" dirty="0"/>
          </a:p>
          <a:p>
            <a:r>
              <a:rPr lang="ko-KR" altLang="en-US" dirty="0" err="1"/>
              <a:t>지지직거리는</a:t>
            </a:r>
            <a:r>
              <a:rPr lang="ko-KR" altLang="en-US" dirty="0"/>
              <a:t> 빈도 상승</a:t>
            </a:r>
            <a:endParaRPr lang="en-US" altLang="ko-KR" dirty="0"/>
          </a:p>
          <a:p>
            <a:r>
              <a:rPr lang="ko-KR" altLang="en-US" dirty="0"/>
              <a:t>임계치 이상에서 라이트 아웃</a:t>
            </a:r>
            <a:endParaRPr lang="en-US" altLang="ko-KR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34026F-0526-F8A4-D72D-C2ABE80C39A2}"/>
              </a:ext>
            </a:extLst>
          </p:cNvPr>
          <p:cNvSpPr txBox="1"/>
          <p:nvPr/>
        </p:nvSpPr>
        <p:spPr>
          <a:xfrm>
            <a:off x="6925398" y="5033214"/>
            <a:ext cx="4368504" cy="17007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마네킹 거리 및 </a:t>
            </a:r>
            <a:r>
              <a:rPr lang="ko-KR" altLang="en-US" dirty="0" err="1"/>
              <a:t>갯수</a:t>
            </a:r>
            <a:r>
              <a:rPr lang="ko-KR" altLang="en-US" dirty="0"/>
              <a:t> 비례 심장 </a:t>
            </a:r>
            <a:r>
              <a:rPr lang="ko-KR" altLang="en-US" dirty="0" err="1"/>
              <a:t>박동음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마네킹 조우 상황에 따른 심장 박동 변화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발소리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호흡 소리</a:t>
            </a:r>
            <a:endParaRPr lang="en-US" altLang="ko-KR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35AB399-6F33-6318-B496-D8AC5F88E169}"/>
              </a:ext>
            </a:extLst>
          </p:cNvPr>
          <p:cNvSpPr txBox="1"/>
          <p:nvPr/>
        </p:nvSpPr>
        <p:spPr>
          <a:xfrm>
            <a:off x="820789" y="5421942"/>
            <a:ext cx="421862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/>
              <a:t>진행 불가 상황 억제를 위한 방안 필요</a:t>
            </a:r>
            <a:endParaRPr lang="en-US" altLang="ko-KR" sz="1800" dirty="0"/>
          </a:p>
          <a:p>
            <a:pPr marL="342900" indent="-342900">
              <a:buAutoNum type="arabicPeriod"/>
            </a:pPr>
            <a:r>
              <a:rPr lang="ko-KR" altLang="en-US" sz="1800" dirty="0"/>
              <a:t>플레이어 거리비례 밀집도 제한</a:t>
            </a:r>
            <a:endParaRPr lang="en-US" altLang="ko-KR" sz="1800" dirty="0"/>
          </a:p>
          <a:p>
            <a:pPr marL="342900" indent="-342900">
              <a:buAutoNum type="arabicPeriod"/>
            </a:pPr>
            <a:r>
              <a:rPr lang="ko-KR" altLang="en-US" dirty="0"/>
              <a:t>플레이어 거리비례 광원효과 제한</a:t>
            </a:r>
            <a:endParaRPr lang="en-US" altLang="ko-KR" dirty="0"/>
          </a:p>
        </p:txBody>
      </p: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8A55DBB8-C121-081A-1BEF-7BCDB8EB3CFB}"/>
              </a:ext>
            </a:extLst>
          </p:cNvPr>
          <p:cNvGrpSpPr/>
          <p:nvPr/>
        </p:nvGrpSpPr>
        <p:grpSpPr>
          <a:xfrm>
            <a:off x="7664808" y="2289146"/>
            <a:ext cx="2889685" cy="1016528"/>
            <a:chOff x="7653391" y="2249997"/>
            <a:chExt cx="2889685" cy="1016528"/>
          </a:xfrm>
        </p:grpSpPr>
        <p:sp>
          <p:nvSpPr>
            <p:cNvPr id="46" name="이등변 삼각형 45">
              <a:extLst>
                <a:ext uri="{FF2B5EF4-FFF2-40B4-BE49-F238E27FC236}">
                  <a16:creationId xmlns:a16="http://schemas.microsoft.com/office/drawing/2014/main" id="{2A9B6F99-002E-E686-D9B2-9D4B48635DF9}"/>
                </a:ext>
              </a:extLst>
            </p:cNvPr>
            <p:cNvSpPr/>
            <p:nvPr/>
          </p:nvSpPr>
          <p:spPr>
            <a:xfrm rot="5400000">
              <a:off x="9159464" y="1174433"/>
              <a:ext cx="208761" cy="2434849"/>
            </a:xfrm>
            <a:prstGeom prst="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C184AEA7-FC47-3205-CB3B-AEB5C5B39216}"/>
                </a:ext>
              </a:extLst>
            </p:cNvPr>
            <p:cNvGrpSpPr/>
            <p:nvPr/>
          </p:nvGrpSpPr>
          <p:grpSpPr>
            <a:xfrm>
              <a:off x="7653391" y="2249997"/>
              <a:ext cx="304190" cy="308832"/>
              <a:chOff x="5132047" y="2158613"/>
              <a:chExt cx="304190" cy="308832"/>
            </a:xfrm>
          </p:grpSpPr>
          <p:sp>
            <p:nvSpPr>
              <p:cNvPr id="38" name="타원 37">
                <a:extLst>
                  <a:ext uri="{FF2B5EF4-FFF2-40B4-BE49-F238E27FC236}">
                    <a16:creationId xmlns:a16="http://schemas.microsoft.com/office/drawing/2014/main" id="{66F96EC2-101C-D91B-7095-68F5134673C6}"/>
                  </a:ext>
                </a:extLst>
              </p:cNvPr>
              <p:cNvSpPr/>
              <p:nvPr/>
            </p:nvSpPr>
            <p:spPr>
              <a:xfrm>
                <a:off x="5132047" y="2158613"/>
                <a:ext cx="133624" cy="308832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9" name="타원 38">
                <a:extLst>
                  <a:ext uri="{FF2B5EF4-FFF2-40B4-BE49-F238E27FC236}">
                    <a16:creationId xmlns:a16="http://schemas.microsoft.com/office/drawing/2014/main" id="{74AA3380-914C-F42A-741C-43B5F84EEDDC}"/>
                  </a:ext>
                </a:extLst>
              </p:cNvPr>
              <p:cNvSpPr/>
              <p:nvPr/>
            </p:nvSpPr>
            <p:spPr>
              <a:xfrm>
                <a:off x="5302613" y="2158613"/>
                <a:ext cx="133624" cy="308832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sp>
          <p:nvSpPr>
            <p:cNvPr id="41" name="이등변 삼각형 40">
              <a:extLst>
                <a:ext uri="{FF2B5EF4-FFF2-40B4-BE49-F238E27FC236}">
                  <a16:creationId xmlns:a16="http://schemas.microsoft.com/office/drawing/2014/main" id="{2C5DFB2F-8C36-8C4E-6A30-6D9906927BBF}"/>
                </a:ext>
              </a:extLst>
            </p:cNvPr>
            <p:cNvSpPr/>
            <p:nvPr/>
          </p:nvSpPr>
          <p:spPr>
            <a:xfrm>
              <a:off x="8192463" y="2287476"/>
              <a:ext cx="133052" cy="233874"/>
            </a:xfrm>
            <a:prstGeom prst="triangl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이등변 삼각형 42">
              <a:extLst>
                <a:ext uri="{FF2B5EF4-FFF2-40B4-BE49-F238E27FC236}">
                  <a16:creationId xmlns:a16="http://schemas.microsoft.com/office/drawing/2014/main" id="{F30CD1A0-0081-3DBC-19D0-190702150982}"/>
                </a:ext>
              </a:extLst>
            </p:cNvPr>
            <p:cNvSpPr/>
            <p:nvPr/>
          </p:nvSpPr>
          <p:spPr>
            <a:xfrm>
              <a:off x="9002251" y="2307033"/>
              <a:ext cx="133052" cy="233874"/>
            </a:xfrm>
            <a:prstGeom prst="triangl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이등변 삼각형 44">
              <a:extLst>
                <a:ext uri="{FF2B5EF4-FFF2-40B4-BE49-F238E27FC236}">
                  <a16:creationId xmlns:a16="http://schemas.microsoft.com/office/drawing/2014/main" id="{6EB39AE3-2424-55C6-A256-34CEC4325910}"/>
                </a:ext>
              </a:extLst>
            </p:cNvPr>
            <p:cNvSpPr/>
            <p:nvPr/>
          </p:nvSpPr>
          <p:spPr>
            <a:xfrm>
              <a:off x="10257580" y="2299366"/>
              <a:ext cx="133052" cy="233874"/>
            </a:xfrm>
            <a:prstGeom prst="triangl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48" name="직선 연결선 47">
              <a:extLst>
                <a:ext uri="{FF2B5EF4-FFF2-40B4-BE49-F238E27FC236}">
                  <a16:creationId xmlns:a16="http://schemas.microsoft.com/office/drawing/2014/main" id="{1F6C7FF0-5A42-9171-E9BA-36CF1AA9B342}"/>
                </a:ext>
              </a:extLst>
            </p:cNvPr>
            <p:cNvCxnSpPr>
              <a:cxnSpLocks/>
            </p:cNvCxnSpPr>
            <p:nvPr/>
          </p:nvCxnSpPr>
          <p:spPr>
            <a:xfrm>
              <a:off x="7832598" y="2583943"/>
              <a:ext cx="0" cy="29872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직선 연결선 48">
              <a:extLst>
                <a:ext uri="{FF2B5EF4-FFF2-40B4-BE49-F238E27FC236}">
                  <a16:creationId xmlns:a16="http://schemas.microsoft.com/office/drawing/2014/main" id="{02DF4F23-3743-0B28-8132-03C02405BE0B}"/>
                </a:ext>
              </a:extLst>
            </p:cNvPr>
            <p:cNvCxnSpPr>
              <a:cxnSpLocks/>
            </p:cNvCxnSpPr>
            <p:nvPr/>
          </p:nvCxnSpPr>
          <p:spPr>
            <a:xfrm>
              <a:off x="8258989" y="2583943"/>
              <a:ext cx="0" cy="29872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직선 연결선 49">
              <a:extLst>
                <a:ext uri="{FF2B5EF4-FFF2-40B4-BE49-F238E27FC236}">
                  <a16:creationId xmlns:a16="http://schemas.microsoft.com/office/drawing/2014/main" id="{116DA450-7AB1-78E8-7252-6C2252EFFAF5}"/>
                </a:ext>
              </a:extLst>
            </p:cNvPr>
            <p:cNvCxnSpPr>
              <a:cxnSpLocks/>
            </p:cNvCxnSpPr>
            <p:nvPr/>
          </p:nvCxnSpPr>
          <p:spPr>
            <a:xfrm>
              <a:off x="9068777" y="2583943"/>
              <a:ext cx="0" cy="29872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직선 연결선 50">
              <a:extLst>
                <a:ext uri="{FF2B5EF4-FFF2-40B4-BE49-F238E27FC236}">
                  <a16:creationId xmlns:a16="http://schemas.microsoft.com/office/drawing/2014/main" id="{26952716-CAA3-10D9-0EEF-AC8EE39F8679}"/>
                </a:ext>
              </a:extLst>
            </p:cNvPr>
            <p:cNvCxnSpPr>
              <a:cxnSpLocks/>
            </p:cNvCxnSpPr>
            <p:nvPr/>
          </p:nvCxnSpPr>
          <p:spPr>
            <a:xfrm>
              <a:off x="10324106" y="2583943"/>
              <a:ext cx="0" cy="29872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직선 연결선 51">
              <a:extLst>
                <a:ext uri="{FF2B5EF4-FFF2-40B4-BE49-F238E27FC236}">
                  <a16:creationId xmlns:a16="http://schemas.microsoft.com/office/drawing/2014/main" id="{226F49EA-C529-31FE-9B4D-CAF7E212841E}"/>
                </a:ext>
              </a:extLst>
            </p:cNvPr>
            <p:cNvCxnSpPr>
              <a:cxnSpLocks/>
            </p:cNvCxnSpPr>
            <p:nvPr/>
          </p:nvCxnSpPr>
          <p:spPr>
            <a:xfrm>
              <a:off x="7832598" y="2732886"/>
              <a:ext cx="2502832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DC6E54BB-BF2F-5CC7-1F44-CB8C35E329AB}"/>
                </a:ext>
              </a:extLst>
            </p:cNvPr>
            <p:cNvSpPr txBox="1"/>
            <p:nvPr/>
          </p:nvSpPr>
          <p:spPr>
            <a:xfrm>
              <a:off x="8103337" y="2883011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5</a:t>
              </a:r>
              <a:endParaRPr lang="ko-KR" altLang="en-US" dirty="0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C32ED8A7-EE0D-32AF-D960-C67EC7C1570A}"/>
                </a:ext>
              </a:extLst>
            </p:cNvPr>
            <p:cNvSpPr txBox="1"/>
            <p:nvPr/>
          </p:nvSpPr>
          <p:spPr>
            <a:xfrm>
              <a:off x="8818148" y="2883011"/>
              <a:ext cx="4379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15</a:t>
              </a:r>
              <a:endParaRPr lang="ko-KR" altLang="en-US" dirty="0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0393243B-A18F-EC5E-C090-032FC75421F3}"/>
                </a:ext>
              </a:extLst>
            </p:cNvPr>
            <p:cNvSpPr txBox="1"/>
            <p:nvPr/>
          </p:nvSpPr>
          <p:spPr>
            <a:xfrm>
              <a:off x="10105136" y="2874177"/>
              <a:ext cx="4379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30</a:t>
              </a:r>
              <a:endParaRPr lang="ko-KR" altLang="en-US" dirty="0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8F5660EF-006B-0AB1-069F-D92716410E94}"/>
                </a:ext>
              </a:extLst>
            </p:cNvPr>
            <p:cNvSpPr txBox="1"/>
            <p:nvPr/>
          </p:nvSpPr>
          <p:spPr>
            <a:xfrm>
              <a:off x="7676946" y="2897193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0</a:t>
              </a:r>
              <a:endParaRPr lang="ko-KR" altLang="en-US" dirty="0"/>
            </a:p>
          </p:txBody>
        </p:sp>
      </p:grpSp>
      <p:grpSp>
        <p:nvGrpSpPr>
          <p:cNvPr id="99" name="그룹 98">
            <a:extLst>
              <a:ext uri="{FF2B5EF4-FFF2-40B4-BE49-F238E27FC236}">
                <a16:creationId xmlns:a16="http://schemas.microsoft.com/office/drawing/2014/main" id="{0DD225AA-7A32-8821-EB3A-A000B1B00410}"/>
              </a:ext>
            </a:extLst>
          </p:cNvPr>
          <p:cNvGrpSpPr/>
          <p:nvPr/>
        </p:nvGrpSpPr>
        <p:grpSpPr>
          <a:xfrm>
            <a:off x="7428718" y="3451829"/>
            <a:ext cx="1036265" cy="1357395"/>
            <a:chOff x="7910740" y="3236342"/>
            <a:chExt cx="1036265" cy="1357395"/>
          </a:xfrm>
        </p:grpSpPr>
        <p:sp>
          <p:nvSpPr>
            <p:cNvPr id="98" name="이등변 삼각형 97">
              <a:extLst>
                <a:ext uri="{FF2B5EF4-FFF2-40B4-BE49-F238E27FC236}">
                  <a16:creationId xmlns:a16="http://schemas.microsoft.com/office/drawing/2014/main" id="{ACC77A7F-D285-B8C8-9542-A2CFA37C69EF}"/>
                </a:ext>
              </a:extLst>
            </p:cNvPr>
            <p:cNvSpPr/>
            <p:nvPr/>
          </p:nvSpPr>
          <p:spPr>
            <a:xfrm>
              <a:off x="8403254" y="3253706"/>
              <a:ext cx="457169" cy="1281161"/>
            </a:xfrm>
            <a:prstGeom prst="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68" name="그룹 67">
              <a:extLst>
                <a:ext uri="{FF2B5EF4-FFF2-40B4-BE49-F238E27FC236}">
                  <a16:creationId xmlns:a16="http://schemas.microsoft.com/office/drawing/2014/main" id="{99C8B553-2F92-A0D3-ECC3-D932B282B3F3}"/>
                </a:ext>
              </a:extLst>
            </p:cNvPr>
            <p:cNvGrpSpPr/>
            <p:nvPr/>
          </p:nvGrpSpPr>
          <p:grpSpPr>
            <a:xfrm>
              <a:off x="7910740" y="3744868"/>
              <a:ext cx="304190" cy="308832"/>
              <a:chOff x="5132047" y="2158613"/>
              <a:chExt cx="304190" cy="308832"/>
            </a:xfrm>
          </p:grpSpPr>
          <p:sp>
            <p:nvSpPr>
              <p:cNvPr id="81" name="타원 80">
                <a:extLst>
                  <a:ext uri="{FF2B5EF4-FFF2-40B4-BE49-F238E27FC236}">
                    <a16:creationId xmlns:a16="http://schemas.microsoft.com/office/drawing/2014/main" id="{9874AC5B-EDD4-30B9-53E4-1A5FDF4CCBAE}"/>
                  </a:ext>
                </a:extLst>
              </p:cNvPr>
              <p:cNvSpPr/>
              <p:nvPr/>
            </p:nvSpPr>
            <p:spPr>
              <a:xfrm>
                <a:off x="5132047" y="2158613"/>
                <a:ext cx="133624" cy="308832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2" name="타원 81">
                <a:extLst>
                  <a:ext uri="{FF2B5EF4-FFF2-40B4-BE49-F238E27FC236}">
                    <a16:creationId xmlns:a16="http://schemas.microsoft.com/office/drawing/2014/main" id="{056C8D07-C455-E719-3C5B-B352103C1F34}"/>
                  </a:ext>
                </a:extLst>
              </p:cNvPr>
              <p:cNvSpPr/>
              <p:nvPr/>
            </p:nvSpPr>
            <p:spPr>
              <a:xfrm>
                <a:off x="5302613" y="2158613"/>
                <a:ext cx="133624" cy="308832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sp>
          <p:nvSpPr>
            <p:cNvPr id="69" name="이등변 삼각형 68">
              <a:extLst>
                <a:ext uri="{FF2B5EF4-FFF2-40B4-BE49-F238E27FC236}">
                  <a16:creationId xmlns:a16="http://schemas.microsoft.com/office/drawing/2014/main" id="{EAA054B2-F929-6B31-3AB0-735A08EBC0D7}"/>
                </a:ext>
              </a:extLst>
            </p:cNvPr>
            <p:cNvSpPr/>
            <p:nvPr/>
          </p:nvSpPr>
          <p:spPr>
            <a:xfrm>
              <a:off x="8478789" y="3236342"/>
              <a:ext cx="71445" cy="182572"/>
            </a:xfrm>
            <a:prstGeom prst="triangl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6" name="그룹 95">
              <a:extLst>
                <a:ext uri="{FF2B5EF4-FFF2-40B4-BE49-F238E27FC236}">
                  <a16:creationId xmlns:a16="http://schemas.microsoft.com/office/drawing/2014/main" id="{38536AF7-6331-61CB-0FC2-14F5F755ECD0}"/>
                </a:ext>
              </a:extLst>
            </p:cNvPr>
            <p:cNvGrpSpPr/>
            <p:nvPr/>
          </p:nvGrpSpPr>
          <p:grpSpPr>
            <a:xfrm>
              <a:off x="8403037" y="4214104"/>
              <a:ext cx="266386" cy="379633"/>
              <a:chOff x="10107825" y="3927722"/>
              <a:chExt cx="551600" cy="618174"/>
            </a:xfrm>
          </p:grpSpPr>
          <p:sp>
            <p:nvSpPr>
              <p:cNvPr id="71" name="이등변 삼각형 70">
                <a:extLst>
                  <a:ext uri="{FF2B5EF4-FFF2-40B4-BE49-F238E27FC236}">
                    <a16:creationId xmlns:a16="http://schemas.microsoft.com/office/drawing/2014/main" id="{C9BC2BEC-236D-0F78-C0B3-C0747B619965}"/>
                  </a:ext>
                </a:extLst>
              </p:cNvPr>
              <p:cNvSpPr/>
              <p:nvPr/>
            </p:nvSpPr>
            <p:spPr>
              <a:xfrm>
                <a:off x="10107825" y="4276116"/>
                <a:ext cx="133052" cy="233874"/>
              </a:xfrm>
              <a:prstGeom prst="triangl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6" name="이등변 삼각형 85">
                <a:extLst>
                  <a:ext uri="{FF2B5EF4-FFF2-40B4-BE49-F238E27FC236}">
                    <a16:creationId xmlns:a16="http://schemas.microsoft.com/office/drawing/2014/main" id="{FF793D6B-B6CE-20FC-3F1B-93EC16A6ECCE}"/>
                  </a:ext>
                </a:extLst>
              </p:cNvPr>
              <p:cNvSpPr/>
              <p:nvPr/>
            </p:nvSpPr>
            <p:spPr>
              <a:xfrm>
                <a:off x="10193699" y="4007222"/>
                <a:ext cx="133052" cy="233874"/>
              </a:xfrm>
              <a:prstGeom prst="triangl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8" name="이등변 삼각형 87">
                <a:extLst>
                  <a:ext uri="{FF2B5EF4-FFF2-40B4-BE49-F238E27FC236}">
                    <a16:creationId xmlns:a16="http://schemas.microsoft.com/office/drawing/2014/main" id="{A705AAFC-7DDB-F4DF-09BE-AD7B5790EAED}"/>
                  </a:ext>
                </a:extLst>
              </p:cNvPr>
              <p:cNvSpPr/>
              <p:nvPr/>
            </p:nvSpPr>
            <p:spPr>
              <a:xfrm>
                <a:off x="10346099" y="4159622"/>
                <a:ext cx="133052" cy="233874"/>
              </a:xfrm>
              <a:prstGeom prst="triangl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0" name="이등변 삼각형 89">
                <a:extLst>
                  <a:ext uri="{FF2B5EF4-FFF2-40B4-BE49-F238E27FC236}">
                    <a16:creationId xmlns:a16="http://schemas.microsoft.com/office/drawing/2014/main" id="{8F424BFE-2B1B-4F25-1B41-61929098FA3F}"/>
                  </a:ext>
                </a:extLst>
              </p:cNvPr>
              <p:cNvSpPr/>
              <p:nvPr/>
            </p:nvSpPr>
            <p:spPr>
              <a:xfrm>
                <a:off x="10498499" y="4312022"/>
                <a:ext cx="133052" cy="233874"/>
              </a:xfrm>
              <a:prstGeom prst="triangl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2" name="이등변 삼각형 91">
                <a:extLst>
                  <a:ext uri="{FF2B5EF4-FFF2-40B4-BE49-F238E27FC236}">
                    <a16:creationId xmlns:a16="http://schemas.microsoft.com/office/drawing/2014/main" id="{22D55C02-5DCF-7DF6-06CD-8411252FC7A0}"/>
                  </a:ext>
                </a:extLst>
              </p:cNvPr>
              <p:cNvSpPr/>
              <p:nvPr/>
            </p:nvSpPr>
            <p:spPr>
              <a:xfrm>
                <a:off x="10526373" y="3927722"/>
                <a:ext cx="133052" cy="233874"/>
              </a:xfrm>
              <a:prstGeom prst="triangl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95" name="그룹 94">
              <a:extLst>
                <a:ext uri="{FF2B5EF4-FFF2-40B4-BE49-F238E27FC236}">
                  <a16:creationId xmlns:a16="http://schemas.microsoft.com/office/drawing/2014/main" id="{6225BBDE-6B59-6FED-F312-9EA56EB36652}"/>
                </a:ext>
              </a:extLst>
            </p:cNvPr>
            <p:cNvGrpSpPr/>
            <p:nvPr/>
          </p:nvGrpSpPr>
          <p:grpSpPr>
            <a:xfrm>
              <a:off x="8688462" y="3591051"/>
              <a:ext cx="258543" cy="401025"/>
              <a:chOff x="8533094" y="3993799"/>
              <a:chExt cx="418548" cy="574736"/>
            </a:xfrm>
          </p:grpSpPr>
          <p:sp>
            <p:nvSpPr>
              <p:cNvPr id="70" name="이등변 삼각형 69">
                <a:extLst>
                  <a:ext uri="{FF2B5EF4-FFF2-40B4-BE49-F238E27FC236}">
                    <a16:creationId xmlns:a16="http://schemas.microsoft.com/office/drawing/2014/main" id="{5F6AE9EA-DED9-B3BC-0C6C-CD15788936BC}"/>
                  </a:ext>
                </a:extLst>
              </p:cNvPr>
              <p:cNvSpPr/>
              <p:nvPr/>
            </p:nvSpPr>
            <p:spPr>
              <a:xfrm>
                <a:off x="8533094" y="4280582"/>
                <a:ext cx="133052" cy="233874"/>
              </a:xfrm>
              <a:prstGeom prst="triangl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4" name="이등변 삼각형 83">
                <a:extLst>
                  <a:ext uri="{FF2B5EF4-FFF2-40B4-BE49-F238E27FC236}">
                    <a16:creationId xmlns:a16="http://schemas.microsoft.com/office/drawing/2014/main" id="{B13825E5-A6C5-23CF-264B-536EBF1BA286}"/>
                  </a:ext>
                </a:extLst>
              </p:cNvPr>
              <p:cNvSpPr/>
              <p:nvPr/>
            </p:nvSpPr>
            <p:spPr>
              <a:xfrm>
                <a:off x="8603971" y="3993799"/>
                <a:ext cx="133052" cy="233874"/>
              </a:xfrm>
              <a:prstGeom prst="triangl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4" name="이등변 삼각형 93">
                <a:extLst>
                  <a:ext uri="{FF2B5EF4-FFF2-40B4-BE49-F238E27FC236}">
                    <a16:creationId xmlns:a16="http://schemas.microsoft.com/office/drawing/2014/main" id="{85CFFF91-73ED-66FC-E7B5-99F7781809EE}"/>
                  </a:ext>
                </a:extLst>
              </p:cNvPr>
              <p:cNvSpPr/>
              <p:nvPr/>
            </p:nvSpPr>
            <p:spPr>
              <a:xfrm>
                <a:off x="8818590" y="4334661"/>
                <a:ext cx="133052" cy="233874"/>
              </a:xfrm>
              <a:prstGeom prst="triangl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142" name="그룹 141">
            <a:extLst>
              <a:ext uri="{FF2B5EF4-FFF2-40B4-BE49-F238E27FC236}">
                <a16:creationId xmlns:a16="http://schemas.microsoft.com/office/drawing/2014/main" id="{07ABD6D1-D233-4A8B-8734-AB1A69BC979A}"/>
              </a:ext>
            </a:extLst>
          </p:cNvPr>
          <p:cNvGrpSpPr/>
          <p:nvPr/>
        </p:nvGrpSpPr>
        <p:grpSpPr>
          <a:xfrm>
            <a:off x="9268928" y="3478564"/>
            <a:ext cx="2084872" cy="328266"/>
            <a:chOff x="9440378" y="3478564"/>
            <a:chExt cx="2084872" cy="328266"/>
          </a:xfrm>
        </p:grpSpPr>
        <p:sp>
          <p:nvSpPr>
            <p:cNvPr id="141" name="이등변 삼각형 140">
              <a:extLst>
                <a:ext uri="{FF2B5EF4-FFF2-40B4-BE49-F238E27FC236}">
                  <a16:creationId xmlns:a16="http://schemas.microsoft.com/office/drawing/2014/main" id="{62515BAE-C7B4-7982-26DD-EB126924AF3F}"/>
                </a:ext>
              </a:extLst>
            </p:cNvPr>
            <p:cNvSpPr/>
            <p:nvPr/>
          </p:nvSpPr>
          <p:spPr>
            <a:xfrm rot="16200000">
              <a:off x="10428730" y="2710309"/>
              <a:ext cx="328266" cy="1864775"/>
            </a:xfrm>
            <a:prstGeom prst="triangle">
              <a:avLst/>
            </a:prstGeom>
            <a:solidFill>
              <a:srgbClr val="FFFF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02" name="그룹 101">
              <a:extLst>
                <a:ext uri="{FF2B5EF4-FFF2-40B4-BE49-F238E27FC236}">
                  <a16:creationId xmlns:a16="http://schemas.microsoft.com/office/drawing/2014/main" id="{BC3A4774-9E95-CD9B-E1B1-6DEE6AD281A2}"/>
                </a:ext>
              </a:extLst>
            </p:cNvPr>
            <p:cNvGrpSpPr/>
            <p:nvPr/>
          </p:nvGrpSpPr>
          <p:grpSpPr>
            <a:xfrm>
              <a:off x="9440378" y="3481414"/>
              <a:ext cx="304190" cy="308832"/>
              <a:chOff x="5132047" y="2158613"/>
              <a:chExt cx="304190" cy="308832"/>
            </a:xfrm>
          </p:grpSpPr>
          <p:sp>
            <p:nvSpPr>
              <p:cNvPr id="114" name="타원 113">
                <a:extLst>
                  <a:ext uri="{FF2B5EF4-FFF2-40B4-BE49-F238E27FC236}">
                    <a16:creationId xmlns:a16="http://schemas.microsoft.com/office/drawing/2014/main" id="{CE3B8BA6-D9A0-9BA5-A68B-098FC796B28E}"/>
                  </a:ext>
                </a:extLst>
              </p:cNvPr>
              <p:cNvSpPr/>
              <p:nvPr/>
            </p:nvSpPr>
            <p:spPr>
              <a:xfrm>
                <a:off x="5132047" y="2158613"/>
                <a:ext cx="133624" cy="308832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5" name="타원 114">
                <a:extLst>
                  <a:ext uri="{FF2B5EF4-FFF2-40B4-BE49-F238E27FC236}">
                    <a16:creationId xmlns:a16="http://schemas.microsoft.com/office/drawing/2014/main" id="{1AEAFCF5-BA18-1BF1-6B5A-8BE2FDBF7FD6}"/>
                  </a:ext>
                </a:extLst>
              </p:cNvPr>
              <p:cNvSpPr/>
              <p:nvPr/>
            </p:nvSpPr>
            <p:spPr>
              <a:xfrm>
                <a:off x="5302613" y="2158613"/>
                <a:ext cx="133624" cy="308832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</p:grpSp>
      <p:sp>
        <p:nvSpPr>
          <p:cNvPr id="138" name="이등변 삼각형 137">
            <a:extLst>
              <a:ext uri="{FF2B5EF4-FFF2-40B4-BE49-F238E27FC236}">
                <a16:creationId xmlns:a16="http://schemas.microsoft.com/office/drawing/2014/main" id="{5B5AE8F8-46A4-193C-C311-65A05AFBEC0F}"/>
              </a:ext>
            </a:extLst>
          </p:cNvPr>
          <p:cNvSpPr/>
          <p:nvPr/>
        </p:nvSpPr>
        <p:spPr>
          <a:xfrm>
            <a:off x="10731027" y="3488985"/>
            <a:ext cx="133052" cy="233874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46" name="그래픽 145" descr="심장 박동 윤곽선">
            <a:extLst>
              <a:ext uri="{FF2B5EF4-FFF2-40B4-BE49-F238E27FC236}">
                <a16:creationId xmlns:a16="http://schemas.microsoft.com/office/drawing/2014/main" id="{B014F5B0-32B0-4681-5E59-72B032F3A9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29391" y="3112806"/>
            <a:ext cx="2079010" cy="2580156"/>
          </a:xfrm>
          <a:prstGeom prst="rect">
            <a:avLst/>
          </a:prstGeom>
        </p:spPr>
      </p:pic>
      <p:grpSp>
        <p:nvGrpSpPr>
          <p:cNvPr id="149" name="그룹 148">
            <a:extLst>
              <a:ext uri="{FF2B5EF4-FFF2-40B4-BE49-F238E27FC236}">
                <a16:creationId xmlns:a16="http://schemas.microsoft.com/office/drawing/2014/main" id="{5E806790-0D18-143D-04D8-18A32FCD1DA2}"/>
              </a:ext>
            </a:extLst>
          </p:cNvPr>
          <p:cNvGrpSpPr/>
          <p:nvPr/>
        </p:nvGrpSpPr>
        <p:grpSpPr>
          <a:xfrm>
            <a:off x="9029391" y="4195563"/>
            <a:ext cx="548743" cy="328266"/>
            <a:chOff x="9195825" y="3471698"/>
            <a:chExt cx="548743" cy="328266"/>
          </a:xfrm>
        </p:grpSpPr>
        <p:sp>
          <p:nvSpPr>
            <p:cNvPr id="150" name="이등변 삼각형 149">
              <a:extLst>
                <a:ext uri="{FF2B5EF4-FFF2-40B4-BE49-F238E27FC236}">
                  <a16:creationId xmlns:a16="http://schemas.microsoft.com/office/drawing/2014/main" id="{E29EC6F8-BCC0-221B-5340-5F8ED41E6796}"/>
                </a:ext>
              </a:extLst>
            </p:cNvPr>
            <p:cNvSpPr/>
            <p:nvPr/>
          </p:nvSpPr>
          <p:spPr>
            <a:xfrm rot="5400000">
              <a:off x="9144733" y="3522790"/>
              <a:ext cx="328266" cy="226081"/>
            </a:xfrm>
            <a:prstGeom prst="triangle">
              <a:avLst/>
            </a:prstGeom>
            <a:solidFill>
              <a:srgbClr val="FFFF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51" name="그룹 150">
              <a:extLst>
                <a:ext uri="{FF2B5EF4-FFF2-40B4-BE49-F238E27FC236}">
                  <a16:creationId xmlns:a16="http://schemas.microsoft.com/office/drawing/2014/main" id="{A02A30BD-8F06-DA8B-7BE8-486E787AA11B}"/>
                </a:ext>
              </a:extLst>
            </p:cNvPr>
            <p:cNvGrpSpPr/>
            <p:nvPr/>
          </p:nvGrpSpPr>
          <p:grpSpPr>
            <a:xfrm>
              <a:off x="9440378" y="3481414"/>
              <a:ext cx="304190" cy="308832"/>
              <a:chOff x="5132047" y="2158613"/>
              <a:chExt cx="304190" cy="308832"/>
            </a:xfrm>
          </p:grpSpPr>
          <p:sp>
            <p:nvSpPr>
              <p:cNvPr id="152" name="타원 151">
                <a:extLst>
                  <a:ext uri="{FF2B5EF4-FFF2-40B4-BE49-F238E27FC236}">
                    <a16:creationId xmlns:a16="http://schemas.microsoft.com/office/drawing/2014/main" id="{C6F0C860-F177-30B3-7237-3D292A21756E}"/>
                  </a:ext>
                </a:extLst>
              </p:cNvPr>
              <p:cNvSpPr/>
              <p:nvPr/>
            </p:nvSpPr>
            <p:spPr>
              <a:xfrm>
                <a:off x="5132047" y="2158613"/>
                <a:ext cx="133624" cy="308832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3" name="타원 152">
                <a:extLst>
                  <a:ext uri="{FF2B5EF4-FFF2-40B4-BE49-F238E27FC236}">
                    <a16:creationId xmlns:a16="http://schemas.microsoft.com/office/drawing/2014/main" id="{2B9312FF-9CC9-ADDE-1BBB-61F6D865B418}"/>
                  </a:ext>
                </a:extLst>
              </p:cNvPr>
              <p:cNvSpPr/>
              <p:nvPr/>
            </p:nvSpPr>
            <p:spPr>
              <a:xfrm>
                <a:off x="5302613" y="2158613"/>
                <a:ext cx="133624" cy="308832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</p:grpSp>
      <p:sp>
        <p:nvSpPr>
          <p:cNvPr id="155" name="이등변 삼각형 154">
            <a:extLst>
              <a:ext uri="{FF2B5EF4-FFF2-40B4-BE49-F238E27FC236}">
                <a16:creationId xmlns:a16="http://schemas.microsoft.com/office/drawing/2014/main" id="{6E240A71-29EB-4E7E-71B1-FBD0BD74F867}"/>
              </a:ext>
            </a:extLst>
          </p:cNvPr>
          <p:cNvSpPr/>
          <p:nvPr/>
        </p:nvSpPr>
        <p:spPr>
          <a:xfrm>
            <a:off x="10749533" y="4235157"/>
            <a:ext cx="133052" cy="233874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B8AE810F-2BA2-82B1-3D53-90CFE4E4E002}"/>
              </a:ext>
            </a:extLst>
          </p:cNvPr>
          <p:cNvGrpSpPr/>
          <p:nvPr/>
        </p:nvGrpSpPr>
        <p:grpSpPr>
          <a:xfrm>
            <a:off x="889167" y="2647929"/>
            <a:ext cx="4043489" cy="957993"/>
            <a:chOff x="632481" y="2647929"/>
            <a:chExt cx="4043489" cy="957993"/>
          </a:xfrm>
        </p:grpSpPr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DBDCA12E-155D-490C-A9BF-9E23872B21E4}"/>
                </a:ext>
              </a:extLst>
            </p:cNvPr>
            <p:cNvGrpSpPr/>
            <p:nvPr/>
          </p:nvGrpSpPr>
          <p:grpSpPr>
            <a:xfrm>
              <a:off x="1704170" y="2666492"/>
              <a:ext cx="2971800" cy="939430"/>
              <a:chOff x="1993730" y="3009387"/>
              <a:chExt cx="2971800" cy="939430"/>
            </a:xfrm>
          </p:grpSpPr>
          <p:sp>
            <p:nvSpPr>
              <p:cNvPr id="33" name="타원 32">
                <a:extLst>
                  <a:ext uri="{FF2B5EF4-FFF2-40B4-BE49-F238E27FC236}">
                    <a16:creationId xmlns:a16="http://schemas.microsoft.com/office/drawing/2014/main" id="{36AF41A2-ACA3-C930-8EA3-131AFB7B1561}"/>
                  </a:ext>
                </a:extLst>
              </p:cNvPr>
              <p:cNvSpPr/>
              <p:nvPr/>
            </p:nvSpPr>
            <p:spPr>
              <a:xfrm>
                <a:off x="4051130" y="3034417"/>
                <a:ext cx="914400" cy="914400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" name="타원 30">
                <a:extLst>
                  <a:ext uri="{FF2B5EF4-FFF2-40B4-BE49-F238E27FC236}">
                    <a16:creationId xmlns:a16="http://schemas.microsoft.com/office/drawing/2014/main" id="{F3101135-A005-CA55-943E-7E7189EDC1C5}"/>
                  </a:ext>
                </a:extLst>
              </p:cNvPr>
              <p:cNvSpPr/>
              <p:nvPr/>
            </p:nvSpPr>
            <p:spPr>
              <a:xfrm>
                <a:off x="1993730" y="3009387"/>
                <a:ext cx="914400" cy="91440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29" name="타원 28">
                <a:extLst>
                  <a:ext uri="{FF2B5EF4-FFF2-40B4-BE49-F238E27FC236}">
                    <a16:creationId xmlns:a16="http://schemas.microsoft.com/office/drawing/2014/main" id="{0950D426-5692-7A4F-D1EB-74D3AFC1620F}"/>
                  </a:ext>
                </a:extLst>
              </p:cNvPr>
              <p:cNvSpPr/>
              <p:nvPr/>
            </p:nvSpPr>
            <p:spPr>
              <a:xfrm>
                <a:off x="3041182" y="3017795"/>
                <a:ext cx="914400" cy="91440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" name="이등변 삼각형 11">
                <a:extLst>
                  <a:ext uri="{FF2B5EF4-FFF2-40B4-BE49-F238E27FC236}">
                    <a16:creationId xmlns:a16="http://schemas.microsoft.com/office/drawing/2014/main" id="{58CD9545-B03F-CEB3-4B95-E4344071F3D3}"/>
                  </a:ext>
                </a:extLst>
              </p:cNvPr>
              <p:cNvSpPr/>
              <p:nvPr/>
            </p:nvSpPr>
            <p:spPr>
              <a:xfrm>
                <a:off x="2376246" y="3331087"/>
                <a:ext cx="133052" cy="233874"/>
              </a:xfrm>
              <a:prstGeom prst="triangl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" name="이등변 삼각형 13">
                <a:extLst>
                  <a:ext uri="{FF2B5EF4-FFF2-40B4-BE49-F238E27FC236}">
                    <a16:creationId xmlns:a16="http://schemas.microsoft.com/office/drawing/2014/main" id="{068A9C07-F2E7-4A60-5FAF-82A7E17D98CB}"/>
                  </a:ext>
                </a:extLst>
              </p:cNvPr>
              <p:cNvSpPr/>
              <p:nvPr/>
            </p:nvSpPr>
            <p:spPr>
              <a:xfrm>
                <a:off x="3289130" y="3322595"/>
                <a:ext cx="133052" cy="233874"/>
              </a:xfrm>
              <a:prstGeom prst="triangl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" name="이등변 삼각형 15">
                <a:extLst>
                  <a:ext uri="{FF2B5EF4-FFF2-40B4-BE49-F238E27FC236}">
                    <a16:creationId xmlns:a16="http://schemas.microsoft.com/office/drawing/2014/main" id="{3E2F9F3A-A589-C3DB-44CD-7625B44DE2F2}"/>
                  </a:ext>
                </a:extLst>
              </p:cNvPr>
              <p:cNvSpPr/>
              <p:nvPr/>
            </p:nvSpPr>
            <p:spPr>
              <a:xfrm>
                <a:off x="3441530" y="3474995"/>
                <a:ext cx="133052" cy="233874"/>
              </a:xfrm>
              <a:prstGeom prst="triangl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" name="이등변 삼각형 17">
                <a:extLst>
                  <a:ext uri="{FF2B5EF4-FFF2-40B4-BE49-F238E27FC236}">
                    <a16:creationId xmlns:a16="http://schemas.microsoft.com/office/drawing/2014/main" id="{5156A0B5-5281-48A4-767D-13243164AAA6}"/>
                  </a:ext>
                </a:extLst>
              </p:cNvPr>
              <p:cNvSpPr/>
              <p:nvPr/>
            </p:nvSpPr>
            <p:spPr>
              <a:xfrm>
                <a:off x="3564538" y="3223199"/>
                <a:ext cx="133052" cy="233874"/>
              </a:xfrm>
              <a:prstGeom prst="triangl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" name="이등변 삼각형 19">
                <a:extLst>
                  <a:ext uri="{FF2B5EF4-FFF2-40B4-BE49-F238E27FC236}">
                    <a16:creationId xmlns:a16="http://schemas.microsoft.com/office/drawing/2014/main" id="{9B4D5D03-40C4-68D9-E32B-F3A7DA025CE4}"/>
                  </a:ext>
                </a:extLst>
              </p:cNvPr>
              <p:cNvSpPr/>
              <p:nvPr/>
            </p:nvSpPr>
            <p:spPr>
              <a:xfrm>
                <a:off x="4203530" y="3241121"/>
                <a:ext cx="133052" cy="233874"/>
              </a:xfrm>
              <a:prstGeom prst="triangl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" name="이등변 삼각형 21">
                <a:extLst>
                  <a:ext uri="{FF2B5EF4-FFF2-40B4-BE49-F238E27FC236}">
                    <a16:creationId xmlns:a16="http://schemas.microsoft.com/office/drawing/2014/main" id="{FD99E753-8899-2B33-9EAC-8904C887E3FB}"/>
                  </a:ext>
                </a:extLst>
              </p:cNvPr>
              <p:cNvSpPr/>
              <p:nvPr/>
            </p:nvSpPr>
            <p:spPr>
              <a:xfrm>
                <a:off x="4299078" y="3480990"/>
                <a:ext cx="133052" cy="233874"/>
              </a:xfrm>
              <a:prstGeom prst="triangl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" name="이등변 삼각형 23">
                <a:extLst>
                  <a:ext uri="{FF2B5EF4-FFF2-40B4-BE49-F238E27FC236}">
                    <a16:creationId xmlns:a16="http://schemas.microsoft.com/office/drawing/2014/main" id="{38B65424-F87D-E1DE-C8E0-F9F1FB853507}"/>
                  </a:ext>
                </a:extLst>
              </p:cNvPr>
              <p:cNvSpPr/>
              <p:nvPr/>
            </p:nvSpPr>
            <p:spPr>
              <a:xfrm>
                <a:off x="4508330" y="3545921"/>
                <a:ext cx="133052" cy="233874"/>
              </a:xfrm>
              <a:prstGeom prst="triangl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" name="이등변 삼각형 25">
                <a:extLst>
                  <a:ext uri="{FF2B5EF4-FFF2-40B4-BE49-F238E27FC236}">
                    <a16:creationId xmlns:a16="http://schemas.microsoft.com/office/drawing/2014/main" id="{821485D0-6BB9-EBC1-DF2B-E319B623F57F}"/>
                  </a:ext>
                </a:extLst>
              </p:cNvPr>
              <p:cNvSpPr/>
              <p:nvPr/>
            </p:nvSpPr>
            <p:spPr>
              <a:xfrm>
                <a:off x="4508330" y="3113835"/>
                <a:ext cx="133052" cy="233874"/>
              </a:xfrm>
              <a:prstGeom prst="triangl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" name="이등변 삼각형 27">
                <a:extLst>
                  <a:ext uri="{FF2B5EF4-FFF2-40B4-BE49-F238E27FC236}">
                    <a16:creationId xmlns:a16="http://schemas.microsoft.com/office/drawing/2014/main" id="{99F29E17-0EA8-9E85-F4B6-3B586A0B558D}"/>
                  </a:ext>
                </a:extLst>
              </p:cNvPr>
              <p:cNvSpPr/>
              <p:nvPr/>
            </p:nvSpPr>
            <p:spPr>
              <a:xfrm>
                <a:off x="4660730" y="3266235"/>
                <a:ext cx="133052" cy="233874"/>
              </a:xfrm>
              <a:prstGeom prst="triangl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E873CDB9-896B-3928-54D9-E119A1B83038}"/>
                </a:ext>
              </a:extLst>
            </p:cNvPr>
            <p:cNvSpPr/>
            <p:nvPr/>
          </p:nvSpPr>
          <p:spPr>
            <a:xfrm>
              <a:off x="632481" y="2647929"/>
              <a:ext cx="914400" cy="9144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DACD2D65-C286-CBBD-89F2-E1FC7F591C68}"/>
              </a:ext>
            </a:extLst>
          </p:cNvPr>
          <p:cNvSpPr txBox="1"/>
          <p:nvPr/>
        </p:nvSpPr>
        <p:spPr>
          <a:xfrm>
            <a:off x="3928907" y="4057524"/>
            <a:ext cx="235192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0</a:t>
            </a:r>
            <a:r>
              <a:rPr lang="ko-KR" altLang="en-US" sz="1200" dirty="0"/>
              <a:t>단계</a:t>
            </a:r>
            <a:r>
              <a:rPr lang="en-US" altLang="ko-KR" sz="1200" dirty="0"/>
              <a:t>: </a:t>
            </a:r>
            <a:r>
              <a:rPr lang="ko-KR" altLang="en-US" sz="1200" dirty="0" err="1"/>
              <a:t>지직</a:t>
            </a:r>
            <a:r>
              <a:rPr lang="en-US" altLang="ko-KR" sz="1200" dirty="0"/>
              <a:t>X</a:t>
            </a:r>
          </a:p>
          <a:p>
            <a:r>
              <a:rPr lang="en-US" altLang="ko-KR" sz="1200" dirty="0"/>
              <a:t>1</a:t>
            </a:r>
            <a:r>
              <a:rPr lang="ko-KR" altLang="en-US" sz="1200" dirty="0"/>
              <a:t>단계</a:t>
            </a:r>
            <a:r>
              <a:rPr lang="en-US" altLang="ko-KR" sz="1200" dirty="0"/>
              <a:t>: </a:t>
            </a:r>
            <a:r>
              <a:rPr lang="ko-KR" altLang="en-US" sz="1200" dirty="0" err="1"/>
              <a:t>지직</a:t>
            </a:r>
            <a:r>
              <a:rPr lang="en-US" altLang="ko-KR" sz="1200" dirty="0"/>
              <a:t>(</a:t>
            </a:r>
            <a:r>
              <a:rPr lang="ko-KR" altLang="en-US" sz="1200" dirty="0"/>
              <a:t>대부분</a:t>
            </a:r>
            <a:r>
              <a:rPr lang="en-US" altLang="ko-KR" sz="1200" dirty="0"/>
              <a:t>)</a:t>
            </a:r>
          </a:p>
          <a:p>
            <a:r>
              <a:rPr lang="en-US" altLang="ko-KR" sz="1200" dirty="0"/>
              <a:t>2</a:t>
            </a:r>
            <a:r>
              <a:rPr lang="ko-KR" altLang="en-US" sz="1200" dirty="0"/>
              <a:t>단계</a:t>
            </a:r>
            <a:r>
              <a:rPr lang="en-US" altLang="ko-KR" sz="1200" dirty="0"/>
              <a:t>: </a:t>
            </a:r>
            <a:r>
              <a:rPr lang="ko-KR" altLang="en-US" sz="1200" dirty="0" err="1"/>
              <a:t>지직지직</a:t>
            </a:r>
            <a:r>
              <a:rPr lang="en-US" altLang="ko-KR" sz="1200" dirty="0"/>
              <a:t>(</a:t>
            </a:r>
            <a:r>
              <a:rPr lang="ko-KR" altLang="en-US" sz="1200" dirty="0"/>
              <a:t>위험 경고</a:t>
            </a:r>
            <a:r>
              <a:rPr lang="en-US" altLang="ko-KR" sz="1200" dirty="0"/>
              <a:t>)</a:t>
            </a:r>
          </a:p>
          <a:p>
            <a:r>
              <a:rPr lang="en-US" altLang="ko-KR" sz="1200" dirty="0"/>
              <a:t>3</a:t>
            </a:r>
            <a:r>
              <a:rPr lang="ko-KR" altLang="en-US" sz="1200" dirty="0"/>
              <a:t>단계</a:t>
            </a:r>
            <a:r>
              <a:rPr lang="en-US" altLang="ko-KR" sz="1200" dirty="0"/>
              <a:t>: </a:t>
            </a:r>
            <a:r>
              <a:rPr lang="ko-KR" altLang="en-US" sz="1200" dirty="0"/>
              <a:t>깜빡깜빡</a:t>
            </a:r>
            <a:r>
              <a:rPr lang="en-US" altLang="ko-KR" sz="1200" dirty="0"/>
              <a:t>(</a:t>
            </a:r>
            <a:r>
              <a:rPr lang="ko-KR" altLang="en-US" sz="1200" dirty="0"/>
              <a:t>마네킹 다가옴</a:t>
            </a:r>
            <a:r>
              <a:rPr lang="en-US" altLang="ko-KR" sz="1200" dirty="0"/>
              <a:t>)</a:t>
            </a:r>
          </a:p>
          <a:p>
            <a:r>
              <a:rPr lang="en-US" altLang="ko-KR" sz="1200" dirty="0"/>
              <a:t>4</a:t>
            </a:r>
            <a:r>
              <a:rPr lang="ko-KR" altLang="en-US" sz="1200" dirty="0"/>
              <a:t>단계</a:t>
            </a:r>
            <a:r>
              <a:rPr lang="en-US" altLang="ko-KR" sz="1200" dirty="0"/>
              <a:t>: </a:t>
            </a:r>
            <a:r>
              <a:rPr lang="ko-KR" altLang="en-US" sz="1200" dirty="0"/>
              <a:t>아웃</a:t>
            </a:r>
            <a:r>
              <a:rPr lang="en-US" altLang="ko-KR" sz="1200" dirty="0"/>
              <a:t>(</a:t>
            </a:r>
            <a:r>
              <a:rPr lang="ko-KR" altLang="en-US" sz="1200" dirty="0"/>
              <a:t>도망필수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051871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1.48148E-6 L 0.08776 -0.0009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88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-7.40741E-7 L -0.09323 -0.00324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661" y="-1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1D94EC-B17F-86AA-FF52-60E8E9055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490899-39BE-656B-ACE6-5B8E975C6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게임 정보 </a:t>
            </a:r>
            <a:r>
              <a:rPr lang="en-US" altLang="ko-KR" dirty="0"/>
              <a:t>: </a:t>
            </a:r>
            <a:r>
              <a:rPr lang="ko-KR" altLang="en-US" dirty="0"/>
              <a:t>주요 시스템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1981C64-D200-EDAA-7DF7-98A0DC7A86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372" y="2312209"/>
            <a:ext cx="2520000" cy="251296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ED0B107-1E11-BA94-B13D-380DF89EB9CB}"/>
              </a:ext>
            </a:extLst>
          </p:cNvPr>
          <p:cNvSpPr txBox="1"/>
          <p:nvPr/>
        </p:nvSpPr>
        <p:spPr>
          <a:xfrm>
            <a:off x="0" y="5321190"/>
            <a:ext cx="3430747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200" b="1" dirty="0"/>
              <a:t>조력자 캐릭터</a:t>
            </a:r>
            <a:endParaRPr lang="en-US" altLang="ko-KR" sz="2200" b="1" dirty="0"/>
          </a:p>
          <a:p>
            <a:pPr algn="ctr"/>
            <a:r>
              <a:rPr lang="ko-KR" altLang="en-US" dirty="0"/>
              <a:t>유저의 게임 플레이를 도와주는</a:t>
            </a:r>
            <a:endParaRPr lang="en-US" altLang="ko-KR" dirty="0"/>
          </a:p>
          <a:p>
            <a:pPr algn="ctr"/>
            <a:r>
              <a:rPr lang="ko-KR" altLang="en-US" b="1" dirty="0"/>
              <a:t>여성 캐릭터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F1D0FACA-2C7C-C8B4-AF02-17D5EC26C3D4}"/>
              </a:ext>
            </a:extLst>
          </p:cNvPr>
          <p:cNvGrpSpPr>
            <a:grpSpLocks noChangeAspect="1"/>
          </p:cNvGrpSpPr>
          <p:nvPr/>
        </p:nvGrpSpPr>
        <p:grpSpPr>
          <a:xfrm>
            <a:off x="3733330" y="2312209"/>
            <a:ext cx="4387686" cy="2115589"/>
            <a:chOff x="3999707" y="2194560"/>
            <a:chExt cx="7466324" cy="3600000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525EB78E-BF31-9F58-6814-1505F9A3A26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43040" y="2194560"/>
              <a:ext cx="2400000" cy="3600000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7A5FCBEC-74E8-7741-65ED-AE56F77624E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99707" y="2194560"/>
              <a:ext cx="2416438" cy="3600000"/>
            </a:xfrm>
            <a:prstGeom prst="rect">
              <a:avLst/>
            </a:prstGeom>
          </p:spPr>
        </p:pic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FE47D46D-DC3C-D303-B99A-6953A28BBAF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69935" y="2194560"/>
              <a:ext cx="2396096" cy="3600000"/>
            </a:xfrm>
            <a:prstGeom prst="rect">
              <a:avLst/>
            </a:prstGeom>
          </p:spPr>
        </p:pic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3D1C2F29-78FF-3153-BC05-C69BE08680CD}"/>
              </a:ext>
            </a:extLst>
          </p:cNvPr>
          <p:cNvSpPr txBox="1"/>
          <p:nvPr/>
        </p:nvSpPr>
        <p:spPr>
          <a:xfrm>
            <a:off x="8289640" y="3781467"/>
            <a:ext cx="24256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조력자 캐릭터의 상태</a:t>
            </a:r>
            <a:endParaRPr lang="en-US" altLang="ko-KR" dirty="0"/>
          </a:p>
          <a:p>
            <a:r>
              <a:rPr lang="en-US" altLang="ko-KR" dirty="0"/>
              <a:t>=</a:t>
            </a:r>
            <a:r>
              <a:rPr lang="ko-KR" altLang="en-US" dirty="0"/>
              <a:t> 남은 생존 횟수</a:t>
            </a:r>
            <a:endParaRPr lang="en-US" altLang="ko-KR" dirty="0"/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C9CC470E-7716-277E-6388-706A974704A6}"/>
              </a:ext>
            </a:extLst>
          </p:cNvPr>
          <p:cNvCxnSpPr>
            <a:cxnSpLocks/>
          </p:cNvCxnSpPr>
          <p:nvPr/>
        </p:nvCxnSpPr>
        <p:spPr>
          <a:xfrm>
            <a:off x="3451067" y="1727814"/>
            <a:ext cx="0" cy="4987946"/>
          </a:xfrm>
          <a:prstGeom prst="line">
            <a:avLst/>
          </a:prstGeom>
          <a:ln>
            <a:solidFill>
              <a:srgbClr val="2C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3C4A340D-ED4A-81A4-0136-CCC43909B5AF}"/>
              </a:ext>
            </a:extLst>
          </p:cNvPr>
          <p:cNvSpPr txBox="1"/>
          <p:nvPr/>
        </p:nvSpPr>
        <p:spPr>
          <a:xfrm>
            <a:off x="3636053" y="4963238"/>
            <a:ext cx="6372257" cy="17007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플레이어의 </a:t>
            </a:r>
            <a:r>
              <a:rPr lang="ko-KR" altLang="en-US" b="1" dirty="0"/>
              <a:t>후방을 주시</a:t>
            </a:r>
            <a:endParaRPr lang="en-US" altLang="ko-KR" b="1" dirty="0"/>
          </a:p>
          <a:p>
            <a:pPr>
              <a:lnSpc>
                <a:spcPct val="150000"/>
              </a:lnSpc>
            </a:pPr>
            <a:r>
              <a:rPr lang="ko-KR" altLang="en-US" dirty="0"/>
              <a:t>현재 플레이어의 남은 생존 수치를 나타내는 </a:t>
            </a:r>
            <a:r>
              <a:rPr lang="ko-KR" altLang="en-US" b="1" dirty="0"/>
              <a:t>간접적 </a:t>
            </a:r>
            <a:r>
              <a:rPr lang="en-US" altLang="ko-KR" b="1" dirty="0"/>
              <a:t>UI </a:t>
            </a:r>
            <a:r>
              <a:rPr lang="ko-KR" altLang="en-US" b="1" dirty="0"/>
              <a:t>역할</a:t>
            </a:r>
            <a:endParaRPr lang="en-US" altLang="ko-KR" b="1" dirty="0"/>
          </a:p>
          <a:p>
            <a:pPr>
              <a:lnSpc>
                <a:spcPct val="150000"/>
              </a:lnSpc>
            </a:pPr>
            <a:r>
              <a:rPr lang="ko-KR" altLang="en-US" dirty="0"/>
              <a:t>게임 플레이에서 중요 요소가 근처에 있으면 강조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잦은 게임 오버가 발생할 경우 행동 패턴 변화</a:t>
            </a:r>
            <a:r>
              <a:rPr lang="en-US" altLang="ko-KR" dirty="0"/>
              <a:t>(</a:t>
            </a:r>
            <a:r>
              <a:rPr lang="ko-KR" altLang="en-US" dirty="0" err="1"/>
              <a:t>고려중</a:t>
            </a:r>
            <a:r>
              <a:rPr lang="en-US" altLang="ko-K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340445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157AF134-B309-CA2E-44DD-9B7E1A66CFC8}"/>
              </a:ext>
            </a:extLst>
          </p:cNvPr>
          <p:cNvSpPr/>
          <p:nvPr/>
        </p:nvSpPr>
        <p:spPr>
          <a:xfrm>
            <a:off x="1371600" y="1809094"/>
            <a:ext cx="9690652" cy="489005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7ED5B20-8587-3E05-F925-9CEC009C58CF}"/>
              </a:ext>
            </a:extLst>
          </p:cNvPr>
          <p:cNvSpPr/>
          <p:nvPr/>
        </p:nvSpPr>
        <p:spPr>
          <a:xfrm>
            <a:off x="2824480" y="2723490"/>
            <a:ext cx="6471920" cy="397564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92149A1-A333-282A-2B70-6198DEEE7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인터페이스</a:t>
            </a:r>
          </a:p>
        </p:txBody>
      </p:sp>
      <p:sp>
        <p:nvSpPr>
          <p:cNvPr id="20" name="이등변 삼각형 19">
            <a:extLst>
              <a:ext uri="{FF2B5EF4-FFF2-40B4-BE49-F238E27FC236}">
                <a16:creationId xmlns:a16="http://schemas.microsoft.com/office/drawing/2014/main" id="{6DD4ADAA-60DB-A5B9-50DE-CAA945C7AD88}"/>
              </a:ext>
            </a:extLst>
          </p:cNvPr>
          <p:cNvSpPr/>
          <p:nvPr/>
        </p:nvSpPr>
        <p:spPr>
          <a:xfrm rot="10800000">
            <a:off x="1371600" y="1809089"/>
            <a:ext cx="4846320" cy="4890050"/>
          </a:xfrm>
          <a:prstGeom prst="triangle">
            <a:avLst>
              <a:gd name="adj" fmla="val 70283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이등변 삼각형 21">
            <a:extLst>
              <a:ext uri="{FF2B5EF4-FFF2-40B4-BE49-F238E27FC236}">
                <a16:creationId xmlns:a16="http://schemas.microsoft.com/office/drawing/2014/main" id="{4A48B525-C3D0-558F-4FF3-44CA0A119AA5}"/>
              </a:ext>
            </a:extLst>
          </p:cNvPr>
          <p:cNvSpPr/>
          <p:nvPr/>
        </p:nvSpPr>
        <p:spPr>
          <a:xfrm rot="10800000">
            <a:off x="6215932" y="1809089"/>
            <a:ext cx="4846320" cy="4890050"/>
          </a:xfrm>
          <a:prstGeom prst="triangle">
            <a:avLst>
              <a:gd name="adj" fmla="val 36792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EC968A0-5B0F-8A5B-4446-14E120CE9106}"/>
              </a:ext>
            </a:extLst>
          </p:cNvPr>
          <p:cNvSpPr/>
          <p:nvPr/>
        </p:nvSpPr>
        <p:spPr>
          <a:xfrm>
            <a:off x="5586012" y="1809091"/>
            <a:ext cx="1221188" cy="9144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이등변 삼각형 3">
            <a:extLst>
              <a:ext uri="{FF2B5EF4-FFF2-40B4-BE49-F238E27FC236}">
                <a16:creationId xmlns:a16="http://schemas.microsoft.com/office/drawing/2014/main" id="{FEE9606D-1D0F-A99A-7AE9-AEFB1C7BA2CD}"/>
              </a:ext>
            </a:extLst>
          </p:cNvPr>
          <p:cNvSpPr/>
          <p:nvPr/>
        </p:nvSpPr>
        <p:spPr>
          <a:xfrm>
            <a:off x="5933661" y="1944580"/>
            <a:ext cx="566530" cy="1325564"/>
          </a:xfrm>
          <a:prstGeom prst="triangl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이등변 삼각형 5">
            <a:extLst>
              <a:ext uri="{FF2B5EF4-FFF2-40B4-BE49-F238E27FC236}">
                <a16:creationId xmlns:a16="http://schemas.microsoft.com/office/drawing/2014/main" id="{8250117A-2A28-6F3E-180A-376C10841CC5}"/>
              </a:ext>
            </a:extLst>
          </p:cNvPr>
          <p:cNvSpPr/>
          <p:nvPr/>
        </p:nvSpPr>
        <p:spPr>
          <a:xfrm>
            <a:off x="6328958" y="2312364"/>
            <a:ext cx="767411" cy="1644575"/>
          </a:xfrm>
          <a:prstGeom prst="triangl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이등변 삼각형 8">
            <a:extLst>
              <a:ext uri="{FF2B5EF4-FFF2-40B4-BE49-F238E27FC236}">
                <a16:creationId xmlns:a16="http://schemas.microsoft.com/office/drawing/2014/main" id="{7AD538B1-CB5F-FF84-4003-219A1571AE84}"/>
              </a:ext>
            </a:extLst>
          </p:cNvPr>
          <p:cNvSpPr/>
          <p:nvPr/>
        </p:nvSpPr>
        <p:spPr>
          <a:xfrm>
            <a:off x="4325442" y="2198014"/>
            <a:ext cx="1938043" cy="3687887"/>
          </a:xfrm>
          <a:prstGeom prst="triangl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71D8C4F-1A49-2862-33FD-8CB92ACB3561}"/>
              </a:ext>
            </a:extLst>
          </p:cNvPr>
          <p:cNvSpPr/>
          <p:nvPr/>
        </p:nvSpPr>
        <p:spPr>
          <a:xfrm>
            <a:off x="1371598" y="1809083"/>
            <a:ext cx="9690653" cy="4890051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B46DDF4-0D23-56B8-0EAF-56EB38975BAB}"/>
              </a:ext>
            </a:extLst>
          </p:cNvPr>
          <p:cNvSpPr txBox="1"/>
          <p:nvPr/>
        </p:nvSpPr>
        <p:spPr>
          <a:xfrm>
            <a:off x="4659915" y="6189803"/>
            <a:ext cx="2547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- </a:t>
            </a:r>
            <a:r>
              <a:rPr lang="ko-KR" altLang="en-US" dirty="0">
                <a:solidFill>
                  <a:schemeClr val="bg1"/>
                </a:solidFill>
              </a:rPr>
              <a:t>뒤에 마네킹이 보여 </a:t>
            </a:r>
            <a:r>
              <a:rPr lang="en-US" altLang="ko-KR" dirty="0">
                <a:solidFill>
                  <a:schemeClr val="bg1"/>
                </a:solidFill>
              </a:rPr>
              <a:t>-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FAFD2AE-6521-BF92-04F7-2B4DA2D49BE0}"/>
              </a:ext>
            </a:extLst>
          </p:cNvPr>
          <p:cNvSpPr txBox="1"/>
          <p:nvPr/>
        </p:nvSpPr>
        <p:spPr>
          <a:xfrm>
            <a:off x="3736207" y="1920719"/>
            <a:ext cx="73260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dirty="0">
                <a:solidFill>
                  <a:schemeClr val="bg1"/>
                </a:solidFill>
              </a:rPr>
              <a:t>화면상에 별도로 출력되는 </a:t>
            </a:r>
            <a:r>
              <a:rPr lang="en-US" altLang="ko-KR" dirty="0">
                <a:solidFill>
                  <a:schemeClr val="bg1"/>
                </a:solidFill>
              </a:rPr>
              <a:t>UI</a:t>
            </a:r>
            <a:r>
              <a:rPr lang="ko-KR" altLang="en-US" dirty="0">
                <a:solidFill>
                  <a:schemeClr val="bg1"/>
                </a:solidFill>
              </a:rPr>
              <a:t>는 대사 </a:t>
            </a:r>
            <a:r>
              <a:rPr lang="en-US" altLang="ko-KR" dirty="0">
                <a:solidFill>
                  <a:schemeClr val="bg1"/>
                </a:solidFill>
              </a:rPr>
              <a:t>only</a:t>
            </a:r>
          </a:p>
          <a:p>
            <a:pPr algn="r"/>
            <a:r>
              <a:rPr lang="ko-KR" altLang="en-US" dirty="0">
                <a:solidFill>
                  <a:schemeClr val="bg1"/>
                </a:solidFill>
              </a:rPr>
              <a:t>만약 추가한다면 오브젝트와 상호작용 </a:t>
            </a:r>
            <a:r>
              <a:rPr lang="ko-KR" altLang="en-US" dirty="0" err="1">
                <a:solidFill>
                  <a:schemeClr val="bg1"/>
                </a:solidFill>
              </a:rPr>
              <a:t>추가시</a:t>
            </a:r>
            <a:r>
              <a:rPr lang="ko-KR" altLang="en-US" dirty="0">
                <a:solidFill>
                  <a:schemeClr val="bg1"/>
                </a:solidFill>
              </a:rPr>
              <a:t> 하이라이트 표시 정도</a:t>
            </a:r>
            <a:r>
              <a:rPr lang="en-US" altLang="ko-KR" dirty="0">
                <a:solidFill>
                  <a:schemeClr val="bg1"/>
                </a:solidFill>
              </a:rPr>
              <a:t>?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3817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indefinite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100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B57593-B2D2-690B-1DA9-9E98C12AF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조작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7E80D2-51CF-3448-94AC-13E95F4A35CB}"/>
              </a:ext>
            </a:extLst>
          </p:cNvPr>
          <p:cNvSpPr txBox="1"/>
          <p:nvPr/>
        </p:nvSpPr>
        <p:spPr>
          <a:xfrm>
            <a:off x="1023730" y="2713383"/>
            <a:ext cx="2558714" cy="17007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 err="1"/>
              <a:t>Wasd</a:t>
            </a:r>
            <a:r>
              <a:rPr lang="en-US" altLang="ko-KR" dirty="0"/>
              <a:t>: </a:t>
            </a:r>
            <a:r>
              <a:rPr lang="ko-KR" altLang="en-US" dirty="0"/>
              <a:t>이동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Shift, </a:t>
            </a:r>
            <a:r>
              <a:rPr lang="ko-KR" altLang="en-US" dirty="0" err="1"/>
              <a:t>우클릭</a:t>
            </a:r>
            <a:r>
              <a:rPr lang="en-US" altLang="ko-KR" dirty="0"/>
              <a:t>: </a:t>
            </a:r>
            <a:r>
              <a:rPr lang="ko-KR" altLang="en-US" dirty="0"/>
              <a:t>달리기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F, </a:t>
            </a:r>
            <a:r>
              <a:rPr lang="ko-KR" altLang="en-US" dirty="0" err="1"/>
              <a:t>좌클릭</a:t>
            </a:r>
            <a:r>
              <a:rPr lang="en-US" altLang="ko-KR" dirty="0"/>
              <a:t>:</a:t>
            </a:r>
            <a:r>
              <a:rPr lang="ko-KR" altLang="en-US" dirty="0"/>
              <a:t> 상호작용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마우스 이동</a:t>
            </a:r>
            <a:r>
              <a:rPr lang="en-US" altLang="ko-KR" dirty="0"/>
              <a:t>: </a:t>
            </a:r>
            <a:r>
              <a:rPr lang="ko-KR" altLang="en-US" dirty="0"/>
              <a:t>시점 이동</a:t>
            </a:r>
          </a:p>
        </p:txBody>
      </p:sp>
    </p:spTree>
    <p:extLst>
      <p:ext uri="{BB962C8B-B14F-4D97-AF65-F5344CB8AC3E}">
        <p14:creationId xmlns:p14="http://schemas.microsoft.com/office/powerpoint/2010/main" val="33999815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2FC703F-651E-BCB1-EC08-44A3D0CC2087}"/>
              </a:ext>
            </a:extLst>
          </p:cNvPr>
          <p:cNvSpPr txBox="1"/>
          <p:nvPr/>
        </p:nvSpPr>
        <p:spPr>
          <a:xfrm>
            <a:off x="127699" y="1120676"/>
            <a:ext cx="5968301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기획서에 필요한 요소</a:t>
            </a:r>
            <a:endParaRPr lang="en-US" altLang="ko-KR" dirty="0"/>
          </a:p>
          <a:p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왜 이 게임인가</a:t>
            </a:r>
            <a:r>
              <a:rPr lang="en-US" altLang="ko-KR" dirty="0"/>
              <a:t>? &lt;&lt; </a:t>
            </a:r>
            <a:r>
              <a:rPr lang="ko-KR" altLang="en-US" dirty="0"/>
              <a:t>기획서로써 필요한 요소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>
                <a:solidFill>
                  <a:srgbClr val="0070C0"/>
                </a:solidFill>
              </a:rPr>
              <a:t>UI</a:t>
            </a:r>
            <a:r>
              <a:rPr lang="ko-KR" altLang="en-US" dirty="0">
                <a:solidFill>
                  <a:srgbClr val="0070C0"/>
                </a:solidFill>
              </a:rPr>
              <a:t>를 어떻게 구상할 것인가</a:t>
            </a:r>
            <a:r>
              <a:rPr lang="en-US" altLang="ko-KR" dirty="0">
                <a:solidFill>
                  <a:srgbClr val="0070C0"/>
                </a:solidFill>
              </a:rPr>
              <a:t>?</a:t>
            </a:r>
          </a:p>
          <a:p>
            <a:pPr marL="342900" indent="-342900">
              <a:buAutoNum type="arabicPeriod"/>
            </a:pPr>
            <a:r>
              <a:rPr lang="ko-KR" altLang="en-US" dirty="0">
                <a:solidFill>
                  <a:srgbClr val="FF0000"/>
                </a:solidFill>
              </a:rPr>
              <a:t>왜 그렇게 구성하였는가</a:t>
            </a:r>
            <a:endParaRPr lang="en-US" altLang="ko-KR" dirty="0">
              <a:solidFill>
                <a:srgbClr val="FF0000"/>
              </a:solidFill>
            </a:endParaRPr>
          </a:p>
          <a:p>
            <a:pPr marL="342900" indent="-342900">
              <a:buAutoNum type="arabicPeriod"/>
            </a:pPr>
            <a:r>
              <a:rPr lang="ko-KR" altLang="en-US" dirty="0">
                <a:solidFill>
                  <a:srgbClr val="FF0000"/>
                </a:solidFill>
              </a:rPr>
              <a:t>무슨 노력을 하였는가 </a:t>
            </a:r>
            <a:r>
              <a:rPr lang="en-US" altLang="ko-KR" dirty="0">
                <a:solidFill>
                  <a:srgbClr val="FF0000"/>
                </a:solidFill>
              </a:rPr>
              <a:t>(</a:t>
            </a:r>
            <a:r>
              <a:rPr lang="ko-KR" altLang="en-US" dirty="0">
                <a:solidFill>
                  <a:srgbClr val="FF0000"/>
                </a:solidFill>
              </a:rPr>
              <a:t>참고할만한 게임들의 </a:t>
            </a:r>
            <a:r>
              <a:rPr lang="en-US" altLang="ko-KR" dirty="0" err="1">
                <a:solidFill>
                  <a:srgbClr val="FF0000"/>
                </a:solidFill>
              </a:rPr>
              <a:t>ui</a:t>
            </a:r>
            <a:r>
              <a:rPr lang="en-US" altLang="ko-KR" dirty="0">
                <a:solidFill>
                  <a:srgbClr val="FF0000"/>
                </a:solidFill>
              </a:rPr>
              <a:t> </a:t>
            </a:r>
            <a:r>
              <a:rPr lang="ko-KR" altLang="en-US" dirty="0">
                <a:solidFill>
                  <a:srgbClr val="FF0000"/>
                </a:solidFill>
              </a:rPr>
              <a:t>분석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</a:p>
          <a:p>
            <a:pPr marL="342900" indent="-342900">
              <a:buAutoNum type="arabicPeriod"/>
            </a:pPr>
            <a:r>
              <a:rPr lang="ko-KR" altLang="en-US" dirty="0"/>
              <a:t>타겟층 </a:t>
            </a:r>
            <a:r>
              <a:rPr lang="en-US" altLang="ko-KR" dirty="0"/>
              <a:t>&lt;&lt; </a:t>
            </a:r>
            <a:r>
              <a:rPr lang="ko-KR" altLang="en-US" dirty="0"/>
              <a:t>이거 중요함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대략적인 게임 시스템 및 플레이 흐름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‘</a:t>
            </a:r>
            <a:r>
              <a:rPr lang="ko-KR" altLang="en-US" dirty="0"/>
              <a:t>이 기획서</a:t>
            </a:r>
            <a:r>
              <a:rPr lang="en-US" altLang="ko-KR" dirty="0"/>
              <a:t>’</a:t>
            </a:r>
            <a:r>
              <a:rPr lang="ko-KR" altLang="en-US" dirty="0"/>
              <a:t>에 불필요한 요소</a:t>
            </a: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dirty="0"/>
              <a:t>상세한 게임 시스템</a:t>
            </a: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ko-KR" dirty="0"/>
          </a:p>
          <a:p>
            <a:r>
              <a:rPr lang="ko-KR" altLang="en-US" dirty="0"/>
              <a:t>나 졸작 기획서 쓰는 겸 내가 주도해서 할거임</a:t>
            </a:r>
            <a:endParaRPr lang="en-US" altLang="ko-K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33D02D-76AC-1443-DF60-D9DDF2282712}"/>
              </a:ext>
            </a:extLst>
          </p:cNvPr>
          <p:cNvSpPr txBox="1"/>
          <p:nvPr/>
        </p:nvSpPr>
        <p:spPr>
          <a:xfrm>
            <a:off x="6224241" y="1120676"/>
            <a:ext cx="584006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UI &lt;&lt; </a:t>
            </a:r>
            <a:r>
              <a:rPr lang="ko-KR" altLang="en-US" dirty="0"/>
              <a:t>플레이에 </a:t>
            </a:r>
            <a:r>
              <a:rPr lang="ko-KR" altLang="en-US" dirty="0" err="1"/>
              <a:t>도움되는게임</a:t>
            </a:r>
            <a:r>
              <a:rPr lang="ko-KR" altLang="en-US" dirty="0"/>
              <a:t> 정보를 전달하는 아이콘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어떤 정보를 전달해야 하는가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r>
              <a:rPr lang="en-US" altLang="ko-KR" dirty="0"/>
              <a:t>“</a:t>
            </a:r>
            <a:r>
              <a:rPr lang="ko-KR" altLang="en-US" dirty="0"/>
              <a:t>무엇을 </a:t>
            </a:r>
            <a:r>
              <a:rPr lang="en-US" altLang="ko-KR" dirty="0"/>
              <a:t>UI</a:t>
            </a:r>
            <a:r>
              <a:rPr lang="ko-KR" altLang="en-US" dirty="0"/>
              <a:t>를</a:t>
            </a:r>
            <a:r>
              <a:rPr lang="en-US" altLang="ko-KR" dirty="0"/>
              <a:t> </a:t>
            </a:r>
            <a:r>
              <a:rPr lang="ko-KR" altLang="en-US" dirty="0"/>
              <a:t>통해 전달할 것인가</a:t>
            </a:r>
            <a:r>
              <a:rPr lang="en-US" altLang="ko-KR" dirty="0"/>
              <a:t>“</a:t>
            </a:r>
          </a:p>
          <a:p>
            <a:r>
              <a:rPr lang="en-US" altLang="ko-KR" dirty="0"/>
              <a:t>&lt;&lt;</a:t>
            </a:r>
            <a:r>
              <a:rPr lang="ko-KR" altLang="en-US" dirty="0"/>
              <a:t> 정하고 </a:t>
            </a:r>
            <a:r>
              <a:rPr lang="ko-KR" altLang="en-US" dirty="0" err="1"/>
              <a:t>전달할게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어떻게 화면에 배치를 할 지 레퍼런스를 찾아달라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6676282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E5C678A-651D-423C-E11F-F15B90AE8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735ED5-3E00-9DE9-1C47-A0C0C0CAE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게임 정보 </a:t>
            </a:r>
            <a:r>
              <a:rPr lang="en-US" altLang="ko-KR" dirty="0"/>
              <a:t>: </a:t>
            </a:r>
            <a:r>
              <a:rPr lang="ko-KR" altLang="en-US" dirty="0"/>
              <a:t>주요 시스템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7B1AE3A7-A065-AEE7-1A2A-310247541393}"/>
              </a:ext>
            </a:extLst>
          </p:cNvPr>
          <p:cNvGrpSpPr>
            <a:grpSpLocks noChangeAspect="1"/>
          </p:cNvGrpSpPr>
          <p:nvPr/>
        </p:nvGrpSpPr>
        <p:grpSpPr>
          <a:xfrm>
            <a:off x="347832" y="2129962"/>
            <a:ext cx="2520000" cy="2877457"/>
            <a:chOff x="8742604" y="3079750"/>
            <a:chExt cx="2790825" cy="3186697"/>
          </a:xfrm>
        </p:grpSpPr>
        <p:pic>
          <p:nvPicPr>
            <p:cNvPr id="9" name="Picture 8" descr="우는 천사 - 나무위키">
              <a:extLst>
                <a:ext uri="{FF2B5EF4-FFF2-40B4-BE49-F238E27FC236}">
                  <a16:creationId xmlns:a16="http://schemas.microsoft.com/office/drawing/2014/main" id="{677839AE-4033-8D3D-D637-C95F003F3E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42604" y="3079750"/>
              <a:ext cx="2790825" cy="16383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12" descr="닥터 후: 시즌3 10화 '블링크(우는 천사)' 리뷰 : 네이버 블로그">
              <a:extLst>
                <a:ext uri="{FF2B5EF4-FFF2-40B4-BE49-F238E27FC236}">
                  <a16:creationId xmlns:a16="http://schemas.microsoft.com/office/drawing/2014/main" id="{EC0EF1DE-A1A2-C7A0-5C57-D7AA56415A5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42605" y="4718050"/>
              <a:ext cx="2790824" cy="15483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9215FD99-619D-EF61-A1EA-0D8EFCDEFDEF}"/>
              </a:ext>
            </a:extLst>
          </p:cNvPr>
          <p:cNvSpPr txBox="1"/>
          <p:nvPr/>
        </p:nvSpPr>
        <p:spPr>
          <a:xfrm>
            <a:off x="178412" y="5321190"/>
            <a:ext cx="2738250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200" b="1" dirty="0"/>
              <a:t>적대적 캐릭터</a:t>
            </a:r>
            <a:endParaRPr lang="en-US" altLang="ko-KR" sz="2200" b="1" dirty="0"/>
          </a:p>
          <a:p>
            <a:pPr algn="ctr"/>
            <a:r>
              <a:rPr lang="ko-KR" altLang="en-US" dirty="0"/>
              <a:t>우는 천사 컨셉을 활용한</a:t>
            </a:r>
            <a:endParaRPr lang="en-US" altLang="ko-KR" dirty="0"/>
          </a:p>
          <a:p>
            <a:pPr algn="ctr"/>
            <a:r>
              <a:rPr lang="ko-KR" altLang="en-US" b="1" dirty="0"/>
              <a:t>마네킹</a:t>
            </a:r>
            <a:endParaRPr lang="en-US" altLang="ko-KR" b="1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5AF6EEC-0D81-8E6D-61B6-25A66DB9F33F}"/>
              </a:ext>
            </a:extLst>
          </p:cNvPr>
          <p:cNvSpPr/>
          <p:nvPr/>
        </p:nvSpPr>
        <p:spPr>
          <a:xfrm>
            <a:off x="3735421" y="2013625"/>
            <a:ext cx="3998068" cy="35408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A627BD97-0508-3216-C594-1DF493868D38}"/>
              </a:ext>
            </a:extLst>
          </p:cNvPr>
          <p:cNvCxnSpPr>
            <a:cxnSpLocks/>
          </p:cNvCxnSpPr>
          <p:nvPr/>
        </p:nvCxnSpPr>
        <p:spPr>
          <a:xfrm>
            <a:off x="4212077" y="2480553"/>
            <a:ext cx="0" cy="252686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6984BC73-EFC9-E5D2-3301-331DAA0A839D}"/>
              </a:ext>
            </a:extLst>
          </p:cNvPr>
          <p:cNvCxnSpPr>
            <a:cxnSpLocks/>
          </p:cNvCxnSpPr>
          <p:nvPr/>
        </p:nvCxnSpPr>
        <p:spPr>
          <a:xfrm>
            <a:off x="4679004" y="2480553"/>
            <a:ext cx="260701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1A861184-2A6E-12D3-4E10-812A736200DB}"/>
              </a:ext>
            </a:extLst>
          </p:cNvPr>
          <p:cNvCxnSpPr>
            <a:cxnSpLocks/>
          </p:cNvCxnSpPr>
          <p:nvPr/>
        </p:nvCxnSpPr>
        <p:spPr>
          <a:xfrm flipH="1">
            <a:off x="4679004" y="5007419"/>
            <a:ext cx="214008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46631A6C-3D24-B59C-0A15-0CB625B4FB9C}"/>
              </a:ext>
            </a:extLst>
          </p:cNvPr>
          <p:cNvCxnSpPr>
            <a:cxnSpLocks/>
          </p:cNvCxnSpPr>
          <p:nvPr/>
        </p:nvCxnSpPr>
        <p:spPr>
          <a:xfrm>
            <a:off x="7286017" y="2480553"/>
            <a:ext cx="0" cy="252686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B3660712-9808-6336-6CAA-CE60F92E8B82}"/>
              </a:ext>
            </a:extLst>
          </p:cNvPr>
          <p:cNvCxnSpPr>
            <a:cxnSpLocks/>
          </p:cNvCxnSpPr>
          <p:nvPr/>
        </p:nvCxnSpPr>
        <p:spPr>
          <a:xfrm>
            <a:off x="4679004" y="2953966"/>
            <a:ext cx="214008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0CBE4A4A-33FD-47A0-FF46-AEFB3C6A17BF}"/>
              </a:ext>
            </a:extLst>
          </p:cNvPr>
          <p:cNvCxnSpPr>
            <a:cxnSpLocks/>
          </p:cNvCxnSpPr>
          <p:nvPr/>
        </p:nvCxnSpPr>
        <p:spPr>
          <a:xfrm>
            <a:off x="6387831" y="4497422"/>
            <a:ext cx="43125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BF06451C-0D2A-7FAB-F0FB-5ACD604FF53E}"/>
              </a:ext>
            </a:extLst>
          </p:cNvPr>
          <p:cNvCxnSpPr>
            <a:cxnSpLocks/>
          </p:cNvCxnSpPr>
          <p:nvPr/>
        </p:nvCxnSpPr>
        <p:spPr>
          <a:xfrm>
            <a:off x="5580435" y="3929974"/>
            <a:ext cx="0" cy="162451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2D352D7A-3294-700F-0727-E1C413744493}"/>
              </a:ext>
            </a:extLst>
          </p:cNvPr>
          <p:cNvCxnSpPr>
            <a:cxnSpLocks/>
          </p:cNvCxnSpPr>
          <p:nvPr/>
        </p:nvCxnSpPr>
        <p:spPr>
          <a:xfrm>
            <a:off x="6819090" y="2963694"/>
            <a:ext cx="0" cy="118028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2A62AB1B-26C8-69BF-8D43-9BD1628AADFC}"/>
              </a:ext>
            </a:extLst>
          </p:cNvPr>
          <p:cNvCxnSpPr>
            <a:cxnSpLocks/>
          </p:cNvCxnSpPr>
          <p:nvPr/>
        </p:nvCxnSpPr>
        <p:spPr>
          <a:xfrm>
            <a:off x="6387831" y="3317133"/>
            <a:ext cx="0" cy="118028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6C67E4B6-C910-17D5-5CB6-A1C8F4C29F95}"/>
              </a:ext>
            </a:extLst>
          </p:cNvPr>
          <p:cNvCxnSpPr>
            <a:cxnSpLocks/>
          </p:cNvCxnSpPr>
          <p:nvPr/>
        </p:nvCxnSpPr>
        <p:spPr>
          <a:xfrm>
            <a:off x="5995482" y="2953966"/>
            <a:ext cx="0" cy="15434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C5B2B0A7-84F9-B928-EC56-DD794616CFE2}"/>
              </a:ext>
            </a:extLst>
          </p:cNvPr>
          <p:cNvCxnSpPr>
            <a:cxnSpLocks/>
          </p:cNvCxnSpPr>
          <p:nvPr/>
        </p:nvCxnSpPr>
        <p:spPr>
          <a:xfrm flipH="1">
            <a:off x="4679004" y="3429000"/>
            <a:ext cx="90143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F6939ECD-459C-B32E-1FE8-0C989C4369C5}"/>
              </a:ext>
            </a:extLst>
          </p:cNvPr>
          <p:cNvCxnSpPr>
            <a:cxnSpLocks/>
          </p:cNvCxnSpPr>
          <p:nvPr/>
        </p:nvCxnSpPr>
        <p:spPr>
          <a:xfrm>
            <a:off x="4679004" y="3429000"/>
            <a:ext cx="0" cy="15434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43807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679F4F8-F1F9-833E-07A3-E6022AC71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D6364E51-ECCE-3CFB-4A0D-BE2F2959BE87}"/>
              </a:ext>
            </a:extLst>
          </p:cNvPr>
          <p:cNvSpPr/>
          <p:nvPr/>
        </p:nvSpPr>
        <p:spPr>
          <a:xfrm>
            <a:off x="3735421" y="2013625"/>
            <a:ext cx="3998068" cy="3540868"/>
          </a:xfrm>
          <a:prstGeom prst="rect">
            <a:avLst/>
          </a:prstGeom>
          <a:solidFill>
            <a:srgbClr val="ECF0F3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5CF74AD-D4A7-6CDE-C4B9-BE7693D46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게임 정보 </a:t>
            </a:r>
            <a:r>
              <a:rPr lang="en-US" altLang="ko-KR" dirty="0"/>
              <a:t>: </a:t>
            </a:r>
            <a:r>
              <a:rPr lang="ko-KR" altLang="en-US" dirty="0"/>
              <a:t>주요 시스템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74291001-4EE7-C7E0-43E4-A64832BD28B0}"/>
              </a:ext>
            </a:extLst>
          </p:cNvPr>
          <p:cNvGrpSpPr>
            <a:grpSpLocks noChangeAspect="1"/>
          </p:cNvGrpSpPr>
          <p:nvPr/>
        </p:nvGrpSpPr>
        <p:grpSpPr>
          <a:xfrm>
            <a:off x="347832" y="2129962"/>
            <a:ext cx="2520000" cy="2877457"/>
            <a:chOff x="8742604" y="3079750"/>
            <a:chExt cx="2790825" cy="3186697"/>
          </a:xfrm>
        </p:grpSpPr>
        <p:pic>
          <p:nvPicPr>
            <p:cNvPr id="9" name="Picture 8" descr="우는 천사 - 나무위키">
              <a:extLst>
                <a:ext uri="{FF2B5EF4-FFF2-40B4-BE49-F238E27FC236}">
                  <a16:creationId xmlns:a16="http://schemas.microsoft.com/office/drawing/2014/main" id="{6539839D-671A-8591-C0A2-0BDBDA0B08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42604" y="3079750"/>
              <a:ext cx="2790825" cy="16383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12" descr="닥터 후: 시즌3 10화 '블링크(우는 천사)' 리뷰 : 네이버 블로그">
              <a:extLst>
                <a:ext uri="{FF2B5EF4-FFF2-40B4-BE49-F238E27FC236}">
                  <a16:creationId xmlns:a16="http://schemas.microsoft.com/office/drawing/2014/main" id="{308CD438-BAF1-D186-B2ED-12A29AB219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42605" y="4718050"/>
              <a:ext cx="2790824" cy="15483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BF49CBD7-8BAE-5A0F-2C87-3A4AE5AEF0EB}"/>
              </a:ext>
            </a:extLst>
          </p:cNvPr>
          <p:cNvSpPr txBox="1"/>
          <p:nvPr/>
        </p:nvSpPr>
        <p:spPr>
          <a:xfrm>
            <a:off x="178412" y="5321190"/>
            <a:ext cx="2738250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200" b="1" dirty="0"/>
              <a:t>적대적 캐릭터</a:t>
            </a:r>
            <a:endParaRPr lang="en-US" altLang="ko-KR" sz="2200" b="1" dirty="0"/>
          </a:p>
          <a:p>
            <a:pPr algn="ctr"/>
            <a:r>
              <a:rPr lang="ko-KR" altLang="en-US" dirty="0"/>
              <a:t>우는 천사 컨셉을 활용한</a:t>
            </a:r>
            <a:endParaRPr lang="en-US" altLang="ko-KR" dirty="0"/>
          </a:p>
          <a:p>
            <a:pPr algn="ctr"/>
            <a:r>
              <a:rPr lang="ko-KR" altLang="en-US" b="1" dirty="0"/>
              <a:t>마네킹</a:t>
            </a:r>
            <a:endParaRPr lang="en-US" altLang="ko-KR" b="1" dirty="0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F6377677-000E-AD59-8A46-C30A6FCC0EE0}"/>
              </a:ext>
            </a:extLst>
          </p:cNvPr>
          <p:cNvCxnSpPr>
            <a:cxnSpLocks/>
          </p:cNvCxnSpPr>
          <p:nvPr/>
        </p:nvCxnSpPr>
        <p:spPr>
          <a:xfrm>
            <a:off x="4212077" y="2480553"/>
            <a:ext cx="0" cy="2526866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5F4E8C3E-0EF7-178D-1A62-4C2F8517E39A}"/>
              </a:ext>
            </a:extLst>
          </p:cNvPr>
          <p:cNvCxnSpPr>
            <a:cxnSpLocks/>
          </p:cNvCxnSpPr>
          <p:nvPr/>
        </p:nvCxnSpPr>
        <p:spPr>
          <a:xfrm>
            <a:off x="4679004" y="2480553"/>
            <a:ext cx="2607013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17912FD1-4A06-CB0C-1110-C74DEE147500}"/>
              </a:ext>
            </a:extLst>
          </p:cNvPr>
          <p:cNvCxnSpPr>
            <a:cxnSpLocks/>
          </p:cNvCxnSpPr>
          <p:nvPr/>
        </p:nvCxnSpPr>
        <p:spPr>
          <a:xfrm flipH="1">
            <a:off x="4679004" y="5007419"/>
            <a:ext cx="2140086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D2D7AB67-640E-C039-D2C0-FE8CD1D96C31}"/>
              </a:ext>
            </a:extLst>
          </p:cNvPr>
          <p:cNvCxnSpPr>
            <a:cxnSpLocks/>
          </p:cNvCxnSpPr>
          <p:nvPr/>
        </p:nvCxnSpPr>
        <p:spPr>
          <a:xfrm>
            <a:off x="7286017" y="2480553"/>
            <a:ext cx="0" cy="2526866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00450496-32B1-4F06-94FF-BBF6E4091962}"/>
              </a:ext>
            </a:extLst>
          </p:cNvPr>
          <p:cNvCxnSpPr>
            <a:cxnSpLocks/>
          </p:cNvCxnSpPr>
          <p:nvPr/>
        </p:nvCxnSpPr>
        <p:spPr>
          <a:xfrm>
            <a:off x="4679004" y="2953966"/>
            <a:ext cx="2140086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680B23FE-3247-18C6-DE2F-9F8ED01AAEBE}"/>
              </a:ext>
            </a:extLst>
          </p:cNvPr>
          <p:cNvCxnSpPr>
            <a:cxnSpLocks/>
          </p:cNvCxnSpPr>
          <p:nvPr/>
        </p:nvCxnSpPr>
        <p:spPr>
          <a:xfrm>
            <a:off x="6387831" y="4497422"/>
            <a:ext cx="431259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3DA704E2-31F4-9712-C438-1042E6AFF8B4}"/>
              </a:ext>
            </a:extLst>
          </p:cNvPr>
          <p:cNvCxnSpPr>
            <a:cxnSpLocks/>
          </p:cNvCxnSpPr>
          <p:nvPr/>
        </p:nvCxnSpPr>
        <p:spPr>
          <a:xfrm>
            <a:off x="5580435" y="3929974"/>
            <a:ext cx="0" cy="1624519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B04CBE12-93A9-4A54-B1B9-92A084B2E93D}"/>
              </a:ext>
            </a:extLst>
          </p:cNvPr>
          <p:cNvCxnSpPr>
            <a:cxnSpLocks/>
          </p:cNvCxnSpPr>
          <p:nvPr/>
        </p:nvCxnSpPr>
        <p:spPr>
          <a:xfrm>
            <a:off x="6819090" y="2963694"/>
            <a:ext cx="0" cy="1180289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6B4A5CE4-68F9-20B8-862A-7DE96508953E}"/>
              </a:ext>
            </a:extLst>
          </p:cNvPr>
          <p:cNvCxnSpPr>
            <a:cxnSpLocks/>
          </p:cNvCxnSpPr>
          <p:nvPr/>
        </p:nvCxnSpPr>
        <p:spPr>
          <a:xfrm>
            <a:off x="6387831" y="3317133"/>
            <a:ext cx="0" cy="1180289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8AD588BE-CB90-6AFD-E8EA-4D1628896B22}"/>
              </a:ext>
            </a:extLst>
          </p:cNvPr>
          <p:cNvCxnSpPr>
            <a:cxnSpLocks/>
          </p:cNvCxnSpPr>
          <p:nvPr/>
        </p:nvCxnSpPr>
        <p:spPr>
          <a:xfrm>
            <a:off x="5995482" y="2953966"/>
            <a:ext cx="0" cy="1543456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7AC70B28-553D-9193-3333-68C1801BD9E1}"/>
              </a:ext>
            </a:extLst>
          </p:cNvPr>
          <p:cNvCxnSpPr>
            <a:cxnSpLocks/>
          </p:cNvCxnSpPr>
          <p:nvPr/>
        </p:nvCxnSpPr>
        <p:spPr>
          <a:xfrm flipH="1">
            <a:off x="4679004" y="3429000"/>
            <a:ext cx="901431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2FA19DBE-9118-203B-290A-3DA3EF8A68C6}"/>
              </a:ext>
            </a:extLst>
          </p:cNvPr>
          <p:cNvCxnSpPr>
            <a:cxnSpLocks/>
          </p:cNvCxnSpPr>
          <p:nvPr/>
        </p:nvCxnSpPr>
        <p:spPr>
          <a:xfrm>
            <a:off x="4679004" y="3429000"/>
            <a:ext cx="0" cy="1543456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6F5E25B0-193D-9240-B802-FE620F46FCB5}"/>
              </a:ext>
            </a:extLst>
          </p:cNvPr>
          <p:cNvGrpSpPr/>
          <p:nvPr/>
        </p:nvGrpSpPr>
        <p:grpSpPr>
          <a:xfrm>
            <a:off x="5261356" y="2894896"/>
            <a:ext cx="1043478" cy="1624519"/>
            <a:chOff x="5195195" y="2867228"/>
            <a:chExt cx="1043478" cy="1624519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635CEF03-1ED4-3693-5C9D-CB2DDD85D125}"/>
                </a:ext>
              </a:extLst>
            </p:cNvPr>
            <p:cNvGrpSpPr/>
            <p:nvPr/>
          </p:nvGrpSpPr>
          <p:grpSpPr>
            <a:xfrm>
              <a:off x="5195195" y="2867228"/>
              <a:ext cx="1043478" cy="1624519"/>
              <a:chOff x="8535023" y="2129962"/>
              <a:chExt cx="1375230" cy="4095179"/>
            </a:xfrm>
            <a:solidFill>
              <a:srgbClr val="FFFF99"/>
            </a:solidFill>
          </p:grpSpPr>
          <p:sp>
            <p:nvSpPr>
              <p:cNvPr id="7" name="이등변 삼각형 6">
                <a:extLst>
                  <a:ext uri="{FF2B5EF4-FFF2-40B4-BE49-F238E27FC236}">
                    <a16:creationId xmlns:a16="http://schemas.microsoft.com/office/drawing/2014/main" id="{3934E6F7-136D-8EF2-E7AD-276E6CE844AE}"/>
                  </a:ext>
                </a:extLst>
              </p:cNvPr>
              <p:cNvSpPr/>
              <p:nvPr/>
            </p:nvSpPr>
            <p:spPr>
              <a:xfrm rot="10800000">
                <a:off x="8535023" y="2129962"/>
                <a:ext cx="1375230" cy="20244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" name="이등변 삼각형 11">
                <a:extLst>
                  <a:ext uri="{FF2B5EF4-FFF2-40B4-BE49-F238E27FC236}">
                    <a16:creationId xmlns:a16="http://schemas.microsoft.com/office/drawing/2014/main" id="{6CB9AC98-0BFF-C076-7B59-27C619EF2DAE}"/>
                  </a:ext>
                </a:extLst>
              </p:cNvPr>
              <p:cNvSpPr/>
              <p:nvPr/>
            </p:nvSpPr>
            <p:spPr>
              <a:xfrm>
                <a:off x="8535023" y="4200727"/>
                <a:ext cx="1375230" cy="20244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8B01BBA6-34C9-DFD9-9CFD-51A3B51BF27C}"/>
                </a:ext>
              </a:extLst>
            </p:cNvPr>
            <p:cNvSpPr/>
            <p:nvPr/>
          </p:nvSpPr>
          <p:spPr>
            <a:xfrm>
              <a:off x="5571019" y="3502622"/>
              <a:ext cx="291830" cy="35992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1648547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54BC15D-6C01-4566-993B-7FC9BA9AD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58E8497A-1147-C710-9EB5-E4993AC38E6C}"/>
              </a:ext>
            </a:extLst>
          </p:cNvPr>
          <p:cNvSpPr/>
          <p:nvPr/>
        </p:nvSpPr>
        <p:spPr>
          <a:xfrm>
            <a:off x="3735421" y="2013625"/>
            <a:ext cx="3998068" cy="3540868"/>
          </a:xfrm>
          <a:prstGeom prst="rect">
            <a:avLst/>
          </a:prstGeom>
          <a:solidFill>
            <a:srgbClr val="ECF0F3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0DFDF0CC-6DAE-A377-4700-06BC935BDB16}"/>
              </a:ext>
            </a:extLst>
          </p:cNvPr>
          <p:cNvSpPr/>
          <p:nvPr/>
        </p:nvSpPr>
        <p:spPr>
          <a:xfrm rot="10800000">
            <a:off x="6402437" y="2500356"/>
            <a:ext cx="883578" cy="2206744"/>
          </a:xfrm>
          <a:custGeom>
            <a:avLst/>
            <a:gdLst>
              <a:gd name="csX0" fmla="*/ 466926 w 883578"/>
              <a:gd name="csY0" fmla="*/ 2206744 h 2206744"/>
              <a:gd name="csX1" fmla="*/ 0 w 883578"/>
              <a:gd name="csY1" fmla="*/ 2206744 h 2206744"/>
              <a:gd name="csX2" fmla="*/ 0 w 883578"/>
              <a:gd name="csY2" fmla="*/ 317987 h 2206744"/>
              <a:gd name="csX3" fmla="*/ 226440 w 883578"/>
              <a:gd name="csY3" fmla="*/ 25 h 2206744"/>
              <a:gd name="csX4" fmla="*/ 230103 w 883578"/>
              <a:gd name="csY4" fmla="*/ 5169 h 2206744"/>
              <a:gd name="csX5" fmla="*/ 233461 w 883578"/>
              <a:gd name="csY5" fmla="*/ 0 h 2206744"/>
              <a:gd name="csX6" fmla="*/ 306657 w 883578"/>
              <a:gd name="csY6" fmla="*/ 112664 h 2206744"/>
              <a:gd name="csX7" fmla="*/ 883578 w 883578"/>
              <a:gd name="csY7" fmla="*/ 922764 h 2206744"/>
              <a:gd name="csX8" fmla="*/ 883578 w 883578"/>
              <a:gd name="csY8" fmla="*/ 1403401 h 2206744"/>
              <a:gd name="csX9" fmla="*/ 495832 w 883578"/>
              <a:gd name="csY9" fmla="*/ 599897 h 2206744"/>
              <a:gd name="csX10" fmla="*/ 495832 w 883578"/>
              <a:gd name="csY10" fmla="*/ 1599620 h 2206744"/>
              <a:gd name="csX11" fmla="*/ 466926 w 883578"/>
              <a:gd name="csY11" fmla="*/ 1599620 h 22067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883578" h="2206744">
                <a:moveTo>
                  <a:pt x="466926" y="2206744"/>
                </a:moveTo>
                <a:lnTo>
                  <a:pt x="0" y="2206744"/>
                </a:lnTo>
                <a:lnTo>
                  <a:pt x="0" y="317987"/>
                </a:lnTo>
                <a:lnTo>
                  <a:pt x="226440" y="25"/>
                </a:lnTo>
                <a:lnTo>
                  <a:pt x="230103" y="5169"/>
                </a:lnTo>
                <a:lnTo>
                  <a:pt x="233461" y="0"/>
                </a:lnTo>
                <a:lnTo>
                  <a:pt x="306657" y="112664"/>
                </a:lnTo>
                <a:lnTo>
                  <a:pt x="883578" y="922764"/>
                </a:lnTo>
                <a:lnTo>
                  <a:pt x="883578" y="1403401"/>
                </a:lnTo>
                <a:lnTo>
                  <a:pt x="495832" y="599897"/>
                </a:lnTo>
                <a:lnTo>
                  <a:pt x="495832" y="1599620"/>
                </a:lnTo>
                <a:lnTo>
                  <a:pt x="466926" y="1599620"/>
                </a:lnTo>
                <a:close/>
              </a:path>
            </a:pathLst>
          </a:custGeom>
          <a:solidFill>
            <a:srgbClr val="FFFF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2" name="이등변 삼각형 11">
            <a:extLst>
              <a:ext uri="{FF2B5EF4-FFF2-40B4-BE49-F238E27FC236}">
                <a16:creationId xmlns:a16="http://schemas.microsoft.com/office/drawing/2014/main" id="{874BEB58-11BD-CFC9-8E5D-C5C4AE835F56}"/>
              </a:ext>
            </a:extLst>
          </p:cNvPr>
          <p:cNvSpPr/>
          <p:nvPr/>
        </p:nvSpPr>
        <p:spPr>
          <a:xfrm>
            <a:off x="6530815" y="4725487"/>
            <a:ext cx="1043478" cy="803066"/>
          </a:xfrm>
          <a:prstGeom prst="triangle">
            <a:avLst/>
          </a:prstGeom>
          <a:solidFill>
            <a:srgbClr val="FFFF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ACCDD341-50FE-FD53-9B60-E9DE2F85143A}"/>
              </a:ext>
            </a:extLst>
          </p:cNvPr>
          <p:cNvSpPr/>
          <p:nvPr/>
        </p:nvSpPr>
        <p:spPr>
          <a:xfrm>
            <a:off x="6906639" y="4539428"/>
            <a:ext cx="291830" cy="35992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BCD03B8-B66F-F04A-3868-E153D382D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게임 정보 </a:t>
            </a:r>
            <a:r>
              <a:rPr lang="en-US" altLang="ko-KR" dirty="0"/>
              <a:t>: </a:t>
            </a:r>
            <a:r>
              <a:rPr lang="ko-KR" altLang="en-US" dirty="0"/>
              <a:t>주요 시스템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69283088-C63B-CF0C-9851-984F4BC9BF19}"/>
              </a:ext>
            </a:extLst>
          </p:cNvPr>
          <p:cNvGrpSpPr>
            <a:grpSpLocks noChangeAspect="1"/>
          </p:cNvGrpSpPr>
          <p:nvPr/>
        </p:nvGrpSpPr>
        <p:grpSpPr>
          <a:xfrm>
            <a:off x="347832" y="2129962"/>
            <a:ext cx="2520000" cy="2877457"/>
            <a:chOff x="8742604" y="3079750"/>
            <a:chExt cx="2790825" cy="3186697"/>
          </a:xfrm>
        </p:grpSpPr>
        <p:pic>
          <p:nvPicPr>
            <p:cNvPr id="9" name="Picture 8" descr="우는 천사 - 나무위키">
              <a:extLst>
                <a:ext uri="{FF2B5EF4-FFF2-40B4-BE49-F238E27FC236}">
                  <a16:creationId xmlns:a16="http://schemas.microsoft.com/office/drawing/2014/main" id="{5A5D3DEE-C7D8-8289-2F25-9B904B9914C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42604" y="3079750"/>
              <a:ext cx="2790825" cy="16383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12" descr="닥터 후: 시즌3 10화 '블링크(우는 천사)' 리뷰 : 네이버 블로그">
              <a:extLst>
                <a:ext uri="{FF2B5EF4-FFF2-40B4-BE49-F238E27FC236}">
                  <a16:creationId xmlns:a16="http://schemas.microsoft.com/office/drawing/2014/main" id="{0694F76A-992E-3B1C-83F5-1CA79EA4572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42605" y="4718050"/>
              <a:ext cx="2790824" cy="15483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FADAA843-E22E-2FD5-23C2-D539DB60CCD1}"/>
              </a:ext>
            </a:extLst>
          </p:cNvPr>
          <p:cNvSpPr txBox="1"/>
          <p:nvPr/>
        </p:nvSpPr>
        <p:spPr>
          <a:xfrm>
            <a:off x="178412" y="5321190"/>
            <a:ext cx="2738250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200" b="1" dirty="0"/>
              <a:t>적대적 캐릭터</a:t>
            </a:r>
            <a:endParaRPr lang="en-US" altLang="ko-KR" sz="2200" b="1" dirty="0"/>
          </a:p>
          <a:p>
            <a:pPr algn="ctr"/>
            <a:r>
              <a:rPr lang="ko-KR" altLang="en-US" dirty="0"/>
              <a:t>우는 천사 컨셉을 활용한</a:t>
            </a:r>
            <a:endParaRPr lang="en-US" altLang="ko-KR" dirty="0"/>
          </a:p>
          <a:p>
            <a:pPr algn="ctr"/>
            <a:r>
              <a:rPr lang="ko-KR" altLang="en-US" b="1" dirty="0"/>
              <a:t>마네킹</a:t>
            </a:r>
            <a:endParaRPr lang="en-US" altLang="ko-KR" b="1" dirty="0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7974C9B3-F7C6-520D-2B22-ED9EDEA2FFC0}"/>
              </a:ext>
            </a:extLst>
          </p:cNvPr>
          <p:cNvCxnSpPr>
            <a:cxnSpLocks/>
          </p:cNvCxnSpPr>
          <p:nvPr/>
        </p:nvCxnSpPr>
        <p:spPr>
          <a:xfrm>
            <a:off x="4212077" y="2480553"/>
            <a:ext cx="0" cy="2526866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D220B83C-8189-7ABA-6F1D-557824BD1AAE}"/>
              </a:ext>
            </a:extLst>
          </p:cNvPr>
          <p:cNvCxnSpPr>
            <a:cxnSpLocks/>
          </p:cNvCxnSpPr>
          <p:nvPr/>
        </p:nvCxnSpPr>
        <p:spPr>
          <a:xfrm>
            <a:off x="4679004" y="2480553"/>
            <a:ext cx="2607013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6CBF3557-EEB8-1513-A5B4-ED541B070768}"/>
              </a:ext>
            </a:extLst>
          </p:cNvPr>
          <p:cNvCxnSpPr>
            <a:cxnSpLocks/>
          </p:cNvCxnSpPr>
          <p:nvPr/>
        </p:nvCxnSpPr>
        <p:spPr>
          <a:xfrm flipH="1">
            <a:off x="4679004" y="5007419"/>
            <a:ext cx="2140086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D64B6046-A5C5-9EEE-29BA-026CBB64010A}"/>
              </a:ext>
            </a:extLst>
          </p:cNvPr>
          <p:cNvCxnSpPr>
            <a:cxnSpLocks/>
          </p:cNvCxnSpPr>
          <p:nvPr/>
        </p:nvCxnSpPr>
        <p:spPr>
          <a:xfrm>
            <a:off x="7286017" y="2480553"/>
            <a:ext cx="0" cy="2526866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BF223AE9-44E5-5665-354D-42583DBDA615}"/>
              </a:ext>
            </a:extLst>
          </p:cNvPr>
          <p:cNvCxnSpPr>
            <a:cxnSpLocks/>
          </p:cNvCxnSpPr>
          <p:nvPr/>
        </p:nvCxnSpPr>
        <p:spPr>
          <a:xfrm>
            <a:off x="4679004" y="2953966"/>
            <a:ext cx="2140086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C2563A8A-12FB-F32B-A436-6D7EA06BCF19}"/>
              </a:ext>
            </a:extLst>
          </p:cNvPr>
          <p:cNvCxnSpPr>
            <a:cxnSpLocks/>
          </p:cNvCxnSpPr>
          <p:nvPr/>
        </p:nvCxnSpPr>
        <p:spPr>
          <a:xfrm>
            <a:off x="6387831" y="4497422"/>
            <a:ext cx="431259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7EC1B249-A1AE-4EDE-2BAD-14E1E3979E0B}"/>
              </a:ext>
            </a:extLst>
          </p:cNvPr>
          <p:cNvCxnSpPr>
            <a:cxnSpLocks/>
          </p:cNvCxnSpPr>
          <p:nvPr/>
        </p:nvCxnSpPr>
        <p:spPr>
          <a:xfrm>
            <a:off x="5580435" y="3929974"/>
            <a:ext cx="0" cy="1624519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42603C3B-161D-78F1-14B9-4A482F8D3EF2}"/>
              </a:ext>
            </a:extLst>
          </p:cNvPr>
          <p:cNvCxnSpPr>
            <a:cxnSpLocks/>
          </p:cNvCxnSpPr>
          <p:nvPr/>
        </p:nvCxnSpPr>
        <p:spPr>
          <a:xfrm>
            <a:off x="6819090" y="2963694"/>
            <a:ext cx="0" cy="1180289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A4F365BC-9FD7-984A-4220-BD51E4EB3DA9}"/>
              </a:ext>
            </a:extLst>
          </p:cNvPr>
          <p:cNvCxnSpPr>
            <a:cxnSpLocks/>
          </p:cNvCxnSpPr>
          <p:nvPr/>
        </p:nvCxnSpPr>
        <p:spPr>
          <a:xfrm>
            <a:off x="6387831" y="3317133"/>
            <a:ext cx="0" cy="1180289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762DB7D9-1DF8-865A-3E92-D67846B52F31}"/>
              </a:ext>
            </a:extLst>
          </p:cNvPr>
          <p:cNvCxnSpPr>
            <a:cxnSpLocks/>
          </p:cNvCxnSpPr>
          <p:nvPr/>
        </p:nvCxnSpPr>
        <p:spPr>
          <a:xfrm>
            <a:off x="5995482" y="2953966"/>
            <a:ext cx="0" cy="1543456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542D7F42-E4D7-2982-BDDB-7A3DA68040ED}"/>
              </a:ext>
            </a:extLst>
          </p:cNvPr>
          <p:cNvCxnSpPr>
            <a:cxnSpLocks/>
          </p:cNvCxnSpPr>
          <p:nvPr/>
        </p:nvCxnSpPr>
        <p:spPr>
          <a:xfrm flipH="1">
            <a:off x="4679004" y="3429000"/>
            <a:ext cx="901431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A47FB6C5-9C33-1F3D-8F80-C850CA5D0DE4}"/>
              </a:ext>
            </a:extLst>
          </p:cNvPr>
          <p:cNvCxnSpPr>
            <a:cxnSpLocks/>
          </p:cNvCxnSpPr>
          <p:nvPr/>
        </p:nvCxnSpPr>
        <p:spPr>
          <a:xfrm>
            <a:off x="4679004" y="3429000"/>
            <a:ext cx="0" cy="1543456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이등변 삼각형 31">
            <a:extLst>
              <a:ext uri="{FF2B5EF4-FFF2-40B4-BE49-F238E27FC236}">
                <a16:creationId xmlns:a16="http://schemas.microsoft.com/office/drawing/2014/main" id="{2FA2807F-3E89-AE70-E528-F00393BAFB8B}"/>
              </a:ext>
            </a:extLst>
          </p:cNvPr>
          <p:cNvSpPr/>
          <p:nvPr/>
        </p:nvSpPr>
        <p:spPr>
          <a:xfrm>
            <a:off x="7379622" y="5065922"/>
            <a:ext cx="274535" cy="430068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이등변 삼각형 32">
            <a:extLst>
              <a:ext uri="{FF2B5EF4-FFF2-40B4-BE49-F238E27FC236}">
                <a16:creationId xmlns:a16="http://schemas.microsoft.com/office/drawing/2014/main" id="{5A33B39F-0808-1EBA-FA67-87CB7C76173A}"/>
              </a:ext>
            </a:extLst>
          </p:cNvPr>
          <p:cNvSpPr/>
          <p:nvPr/>
        </p:nvSpPr>
        <p:spPr>
          <a:xfrm>
            <a:off x="3849438" y="5065922"/>
            <a:ext cx="274535" cy="430068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이등변 삼각형 33">
            <a:extLst>
              <a:ext uri="{FF2B5EF4-FFF2-40B4-BE49-F238E27FC236}">
                <a16:creationId xmlns:a16="http://schemas.microsoft.com/office/drawing/2014/main" id="{F1468125-AC62-1BB3-807B-4282AD047AAD}"/>
              </a:ext>
            </a:extLst>
          </p:cNvPr>
          <p:cNvSpPr/>
          <p:nvPr/>
        </p:nvSpPr>
        <p:spPr>
          <a:xfrm>
            <a:off x="3836482" y="2050485"/>
            <a:ext cx="274535" cy="430068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이등변 삼각형 34">
            <a:extLst>
              <a:ext uri="{FF2B5EF4-FFF2-40B4-BE49-F238E27FC236}">
                <a16:creationId xmlns:a16="http://schemas.microsoft.com/office/drawing/2014/main" id="{330E687D-8C1A-A106-DAE1-9790DD584D66}"/>
              </a:ext>
            </a:extLst>
          </p:cNvPr>
          <p:cNvSpPr/>
          <p:nvPr/>
        </p:nvSpPr>
        <p:spPr>
          <a:xfrm>
            <a:off x="7372217" y="2064085"/>
            <a:ext cx="274535" cy="430068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이등변 삼각형 35">
            <a:extLst>
              <a:ext uri="{FF2B5EF4-FFF2-40B4-BE49-F238E27FC236}">
                <a16:creationId xmlns:a16="http://schemas.microsoft.com/office/drawing/2014/main" id="{7EB4FA93-3352-043B-4404-D073C03AC9DD}"/>
              </a:ext>
            </a:extLst>
          </p:cNvPr>
          <p:cNvSpPr/>
          <p:nvPr/>
        </p:nvSpPr>
        <p:spPr>
          <a:xfrm>
            <a:off x="4982347" y="4109360"/>
            <a:ext cx="274535" cy="430068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70578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5741BC0-3843-8192-98BD-2A07619A7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B884A67D-9BB9-7E1E-02F2-3CF8A071243C}"/>
              </a:ext>
            </a:extLst>
          </p:cNvPr>
          <p:cNvSpPr/>
          <p:nvPr/>
        </p:nvSpPr>
        <p:spPr>
          <a:xfrm>
            <a:off x="3735421" y="2013625"/>
            <a:ext cx="3998068" cy="3540868"/>
          </a:xfrm>
          <a:prstGeom prst="rect">
            <a:avLst/>
          </a:prstGeom>
          <a:solidFill>
            <a:srgbClr val="ECF0F3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C38CA0C-E13C-B2A6-C997-33EF46C85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게임 정보 </a:t>
            </a:r>
            <a:r>
              <a:rPr lang="en-US" altLang="ko-KR" dirty="0"/>
              <a:t>: </a:t>
            </a:r>
            <a:r>
              <a:rPr lang="ko-KR" altLang="en-US" dirty="0"/>
              <a:t>주요 시스템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CE4BAD78-2FFF-5CFD-17D6-8E3908008DB5}"/>
              </a:ext>
            </a:extLst>
          </p:cNvPr>
          <p:cNvGrpSpPr>
            <a:grpSpLocks noChangeAspect="1"/>
          </p:cNvGrpSpPr>
          <p:nvPr/>
        </p:nvGrpSpPr>
        <p:grpSpPr>
          <a:xfrm>
            <a:off x="347832" y="2129962"/>
            <a:ext cx="2520000" cy="2877457"/>
            <a:chOff x="8742604" y="3079750"/>
            <a:chExt cx="2790825" cy="3186697"/>
          </a:xfrm>
        </p:grpSpPr>
        <p:pic>
          <p:nvPicPr>
            <p:cNvPr id="9" name="Picture 8" descr="우는 천사 - 나무위키">
              <a:extLst>
                <a:ext uri="{FF2B5EF4-FFF2-40B4-BE49-F238E27FC236}">
                  <a16:creationId xmlns:a16="http://schemas.microsoft.com/office/drawing/2014/main" id="{21DC4056-A253-4732-6B45-87123024264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42604" y="3079750"/>
              <a:ext cx="2790825" cy="16383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12" descr="닥터 후: 시즌3 10화 '블링크(우는 천사)' 리뷰 : 네이버 블로그">
              <a:extLst>
                <a:ext uri="{FF2B5EF4-FFF2-40B4-BE49-F238E27FC236}">
                  <a16:creationId xmlns:a16="http://schemas.microsoft.com/office/drawing/2014/main" id="{286F9931-E0B3-43AA-ADF9-53461906D8B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42605" y="4718050"/>
              <a:ext cx="2790824" cy="15483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39F3B446-D009-D02B-88CA-A4063A4CA70C}"/>
              </a:ext>
            </a:extLst>
          </p:cNvPr>
          <p:cNvSpPr txBox="1"/>
          <p:nvPr/>
        </p:nvSpPr>
        <p:spPr>
          <a:xfrm>
            <a:off x="178412" y="5321190"/>
            <a:ext cx="2738250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200" b="1" dirty="0"/>
              <a:t>적대적 캐릭터</a:t>
            </a:r>
            <a:endParaRPr lang="en-US" altLang="ko-KR" sz="2200" b="1" dirty="0"/>
          </a:p>
          <a:p>
            <a:pPr algn="ctr"/>
            <a:r>
              <a:rPr lang="ko-KR" altLang="en-US" dirty="0"/>
              <a:t>우는 천사 컨셉을 활용한</a:t>
            </a:r>
            <a:endParaRPr lang="en-US" altLang="ko-KR" dirty="0"/>
          </a:p>
          <a:p>
            <a:pPr algn="ctr"/>
            <a:r>
              <a:rPr lang="ko-KR" altLang="en-US" b="1" dirty="0"/>
              <a:t>마네킹</a:t>
            </a:r>
            <a:endParaRPr lang="en-US" altLang="ko-KR" b="1" dirty="0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6B21A9BB-C12D-DA43-5647-F6B07F505905}"/>
              </a:ext>
            </a:extLst>
          </p:cNvPr>
          <p:cNvCxnSpPr>
            <a:cxnSpLocks/>
          </p:cNvCxnSpPr>
          <p:nvPr/>
        </p:nvCxnSpPr>
        <p:spPr>
          <a:xfrm>
            <a:off x="4212077" y="2480553"/>
            <a:ext cx="0" cy="2526866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0151B9BD-5518-087D-3E6F-0AA23BC230E9}"/>
              </a:ext>
            </a:extLst>
          </p:cNvPr>
          <p:cNvCxnSpPr>
            <a:cxnSpLocks/>
          </p:cNvCxnSpPr>
          <p:nvPr/>
        </p:nvCxnSpPr>
        <p:spPr>
          <a:xfrm>
            <a:off x="4679004" y="2480553"/>
            <a:ext cx="2607013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B19457B9-645A-2E64-6ACF-C5A6D94DFB80}"/>
              </a:ext>
            </a:extLst>
          </p:cNvPr>
          <p:cNvCxnSpPr>
            <a:cxnSpLocks/>
          </p:cNvCxnSpPr>
          <p:nvPr/>
        </p:nvCxnSpPr>
        <p:spPr>
          <a:xfrm flipH="1">
            <a:off x="4679004" y="5007419"/>
            <a:ext cx="2140086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4B5297E0-865B-7AFA-0FFC-38BF4CFC0074}"/>
              </a:ext>
            </a:extLst>
          </p:cNvPr>
          <p:cNvCxnSpPr>
            <a:cxnSpLocks/>
          </p:cNvCxnSpPr>
          <p:nvPr/>
        </p:nvCxnSpPr>
        <p:spPr>
          <a:xfrm>
            <a:off x="7286017" y="2480553"/>
            <a:ext cx="0" cy="2526866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5A08925F-2868-94CB-F68E-A60AE8D4C09D}"/>
              </a:ext>
            </a:extLst>
          </p:cNvPr>
          <p:cNvCxnSpPr>
            <a:cxnSpLocks/>
          </p:cNvCxnSpPr>
          <p:nvPr/>
        </p:nvCxnSpPr>
        <p:spPr>
          <a:xfrm>
            <a:off x="4679004" y="2953966"/>
            <a:ext cx="2140086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0428C441-8D7A-97C8-157C-702CC736A776}"/>
              </a:ext>
            </a:extLst>
          </p:cNvPr>
          <p:cNvCxnSpPr>
            <a:cxnSpLocks/>
          </p:cNvCxnSpPr>
          <p:nvPr/>
        </p:nvCxnSpPr>
        <p:spPr>
          <a:xfrm>
            <a:off x="6387831" y="4497422"/>
            <a:ext cx="431259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3600D6A7-1F13-9E9E-F920-7A518FD07CD6}"/>
              </a:ext>
            </a:extLst>
          </p:cNvPr>
          <p:cNvCxnSpPr>
            <a:cxnSpLocks/>
          </p:cNvCxnSpPr>
          <p:nvPr/>
        </p:nvCxnSpPr>
        <p:spPr>
          <a:xfrm>
            <a:off x="5580435" y="3929974"/>
            <a:ext cx="0" cy="1624519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61164D81-B2D8-8FB3-C6EE-7A545BF95694}"/>
              </a:ext>
            </a:extLst>
          </p:cNvPr>
          <p:cNvCxnSpPr>
            <a:cxnSpLocks/>
          </p:cNvCxnSpPr>
          <p:nvPr/>
        </p:nvCxnSpPr>
        <p:spPr>
          <a:xfrm>
            <a:off x="6819090" y="2963694"/>
            <a:ext cx="0" cy="1180289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C62DE08B-814B-DB4B-720A-85C136C52E0A}"/>
              </a:ext>
            </a:extLst>
          </p:cNvPr>
          <p:cNvCxnSpPr>
            <a:cxnSpLocks/>
          </p:cNvCxnSpPr>
          <p:nvPr/>
        </p:nvCxnSpPr>
        <p:spPr>
          <a:xfrm>
            <a:off x="6387831" y="3317133"/>
            <a:ext cx="0" cy="1180289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B558956A-27EB-FEFB-7EB4-AC7A9A011EC0}"/>
              </a:ext>
            </a:extLst>
          </p:cNvPr>
          <p:cNvCxnSpPr>
            <a:cxnSpLocks/>
          </p:cNvCxnSpPr>
          <p:nvPr/>
        </p:nvCxnSpPr>
        <p:spPr>
          <a:xfrm>
            <a:off x="5995482" y="2953966"/>
            <a:ext cx="0" cy="1543456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62AB9529-9596-E6FF-A882-6DADB5FB6B94}"/>
              </a:ext>
            </a:extLst>
          </p:cNvPr>
          <p:cNvCxnSpPr>
            <a:cxnSpLocks/>
          </p:cNvCxnSpPr>
          <p:nvPr/>
        </p:nvCxnSpPr>
        <p:spPr>
          <a:xfrm flipH="1">
            <a:off x="4679004" y="3429000"/>
            <a:ext cx="901431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E40A420E-A1D3-EFB6-A71A-6ACC3143FF78}"/>
              </a:ext>
            </a:extLst>
          </p:cNvPr>
          <p:cNvCxnSpPr>
            <a:cxnSpLocks/>
          </p:cNvCxnSpPr>
          <p:nvPr/>
        </p:nvCxnSpPr>
        <p:spPr>
          <a:xfrm>
            <a:off x="4679004" y="3429000"/>
            <a:ext cx="0" cy="1543456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이등변 삼각형 6">
            <a:extLst>
              <a:ext uri="{FF2B5EF4-FFF2-40B4-BE49-F238E27FC236}">
                <a16:creationId xmlns:a16="http://schemas.microsoft.com/office/drawing/2014/main" id="{2BFC5CF3-1EDE-AD03-3A01-160C47D94CEF}"/>
              </a:ext>
            </a:extLst>
          </p:cNvPr>
          <p:cNvSpPr/>
          <p:nvPr/>
        </p:nvSpPr>
        <p:spPr>
          <a:xfrm rot="16200000">
            <a:off x="5372146" y="3605560"/>
            <a:ext cx="1043478" cy="203193"/>
          </a:xfrm>
          <a:prstGeom prst="triangle">
            <a:avLst/>
          </a:prstGeom>
          <a:solidFill>
            <a:srgbClr val="FFFF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자유형: 도형 15">
            <a:extLst>
              <a:ext uri="{FF2B5EF4-FFF2-40B4-BE49-F238E27FC236}">
                <a16:creationId xmlns:a16="http://schemas.microsoft.com/office/drawing/2014/main" id="{E7116FC1-2A9E-2C92-5E4D-DDB3F2341125}"/>
              </a:ext>
            </a:extLst>
          </p:cNvPr>
          <p:cNvSpPr/>
          <p:nvPr/>
        </p:nvSpPr>
        <p:spPr>
          <a:xfrm rot="5400000">
            <a:off x="4835879" y="3290875"/>
            <a:ext cx="781146" cy="1094897"/>
          </a:xfrm>
          <a:custGeom>
            <a:avLst/>
            <a:gdLst>
              <a:gd name="csX0" fmla="*/ 0 w 781146"/>
              <a:gd name="csY0" fmla="*/ 1094897 h 1094897"/>
              <a:gd name="csX1" fmla="*/ 0 w 781146"/>
              <a:gd name="csY1" fmla="*/ 544381 h 1094897"/>
              <a:gd name="csX2" fmla="*/ 259407 w 781146"/>
              <a:gd name="csY2" fmla="*/ 0 h 1094897"/>
              <a:gd name="csX3" fmla="*/ 781146 w 781146"/>
              <a:gd name="csY3" fmla="*/ 1094897 h 10948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81146" h="1094897">
                <a:moveTo>
                  <a:pt x="0" y="1094897"/>
                </a:moveTo>
                <a:lnTo>
                  <a:pt x="0" y="544381"/>
                </a:lnTo>
                <a:lnTo>
                  <a:pt x="259407" y="0"/>
                </a:lnTo>
                <a:lnTo>
                  <a:pt x="781146" y="1094897"/>
                </a:lnTo>
                <a:close/>
              </a:path>
            </a:pathLst>
          </a:custGeom>
          <a:solidFill>
            <a:srgbClr val="FFFF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E7F2631F-1775-5FA7-C596-942CACE04989}"/>
              </a:ext>
            </a:extLst>
          </p:cNvPr>
          <p:cNvSpPr/>
          <p:nvPr/>
        </p:nvSpPr>
        <p:spPr>
          <a:xfrm>
            <a:off x="5637180" y="3530290"/>
            <a:ext cx="291830" cy="35992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이등변 삼각형 16">
            <a:extLst>
              <a:ext uri="{FF2B5EF4-FFF2-40B4-BE49-F238E27FC236}">
                <a16:creationId xmlns:a16="http://schemas.microsoft.com/office/drawing/2014/main" id="{87C946BA-F3DB-F0B5-B586-15B3EFB32D21}"/>
              </a:ext>
            </a:extLst>
          </p:cNvPr>
          <p:cNvSpPr/>
          <p:nvPr/>
        </p:nvSpPr>
        <p:spPr>
          <a:xfrm>
            <a:off x="7379622" y="5065922"/>
            <a:ext cx="274535" cy="430068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이등변 삼각형 17">
            <a:extLst>
              <a:ext uri="{FF2B5EF4-FFF2-40B4-BE49-F238E27FC236}">
                <a16:creationId xmlns:a16="http://schemas.microsoft.com/office/drawing/2014/main" id="{B7628EB6-3327-098B-2996-E71AC819B346}"/>
              </a:ext>
            </a:extLst>
          </p:cNvPr>
          <p:cNvSpPr/>
          <p:nvPr/>
        </p:nvSpPr>
        <p:spPr>
          <a:xfrm>
            <a:off x="3849438" y="5065922"/>
            <a:ext cx="274535" cy="430068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이등변 삼각형 19">
            <a:extLst>
              <a:ext uri="{FF2B5EF4-FFF2-40B4-BE49-F238E27FC236}">
                <a16:creationId xmlns:a16="http://schemas.microsoft.com/office/drawing/2014/main" id="{14BD8E21-E9C7-8185-8D14-27CF7E9335CC}"/>
              </a:ext>
            </a:extLst>
          </p:cNvPr>
          <p:cNvSpPr/>
          <p:nvPr/>
        </p:nvSpPr>
        <p:spPr>
          <a:xfrm>
            <a:off x="3836482" y="2050485"/>
            <a:ext cx="274535" cy="430068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이등변 삼각형 20">
            <a:extLst>
              <a:ext uri="{FF2B5EF4-FFF2-40B4-BE49-F238E27FC236}">
                <a16:creationId xmlns:a16="http://schemas.microsoft.com/office/drawing/2014/main" id="{CD5D9240-9B8F-AADF-35D2-61179F12E198}"/>
              </a:ext>
            </a:extLst>
          </p:cNvPr>
          <p:cNvSpPr/>
          <p:nvPr/>
        </p:nvSpPr>
        <p:spPr>
          <a:xfrm>
            <a:off x="7372217" y="2064085"/>
            <a:ext cx="274535" cy="430068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이등변 삼각형 22">
            <a:extLst>
              <a:ext uri="{FF2B5EF4-FFF2-40B4-BE49-F238E27FC236}">
                <a16:creationId xmlns:a16="http://schemas.microsoft.com/office/drawing/2014/main" id="{202F5F6D-6D2E-87F7-07A3-D480DD710AA2}"/>
              </a:ext>
            </a:extLst>
          </p:cNvPr>
          <p:cNvSpPr/>
          <p:nvPr/>
        </p:nvSpPr>
        <p:spPr>
          <a:xfrm>
            <a:off x="4982347" y="4109360"/>
            <a:ext cx="274535" cy="430068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자유형: 도형 33">
            <a:extLst>
              <a:ext uri="{FF2B5EF4-FFF2-40B4-BE49-F238E27FC236}">
                <a16:creationId xmlns:a16="http://schemas.microsoft.com/office/drawing/2014/main" id="{617E016D-D5EE-58AC-2402-D73944881DA9}"/>
              </a:ext>
            </a:extLst>
          </p:cNvPr>
          <p:cNvSpPr/>
          <p:nvPr/>
        </p:nvSpPr>
        <p:spPr>
          <a:xfrm>
            <a:off x="4135120" y="2310756"/>
            <a:ext cx="1503680" cy="1255404"/>
          </a:xfrm>
          <a:custGeom>
            <a:avLst/>
            <a:gdLst>
              <a:gd name="csX0" fmla="*/ 0 w 1503680"/>
              <a:gd name="csY0" fmla="*/ 15884 h 1255404"/>
              <a:gd name="csX1" fmla="*/ 50800 w 1503680"/>
              <a:gd name="csY1" fmla="*/ 5724 h 1255404"/>
              <a:gd name="csX2" fmla="*/ 355600 w 1503680"/>
              <a:gd name="csY2" fmla="*/ 66684 h 1255404"/>
              <a:gd name="csX3" fmla="*/ 416560 w 1503680"/>
              <a:gd name="csY3" fmla="*/ 178444 h 1255404"/>
              <a:gd name="csX4" fmla="*/ 426720 w 1503680"/>
              <a:gd name="csY4" fmla="*/ 330844 h 1255404"/>
              <a:gd name="csX5" fmla="*/ 436880 w 1503680"/>
              <a:gd name="csY5" fmla="*/ 686444 h 1255404"/>
              <a:gd name="csX6" fmla="*/ 457200 w 1503680"/>
              <a:gd name="csY6" fmla="*/ 727084 h 1255404"/>
              <a:gd name="csX7" fmla="*/ 751840 w 1503680"/>
              <a:gd name="csY7" fmla="*/ 757564 h 1255404"/>
              <a:gd name="csX8" fmla="*/ 1310640 w 1503680"/>
              <a:gd name="csY8" fmla="*/ 798204 h 1255404"/>
              <a:gd name="csX9" fmla="*/ 1391920 w 1503680"/>
              <a:gd name="csY9" fmla="*/ 818524 h 1255404"/>
              <a:gd name="csX10" fmla="*/ 1452880 w 1503680"/>
              <a:gd name="csY10" fmla="*/ 828684 h 1255404"/>
              <a:gd name="csX11" fmla="*/ 1473200 w 1503680"/>
              <a:gd name="csY11" fmla="*/ 909964 h 1255404"/>
              <a:gd name="csX12" fmla="*/ 1483360 w 1503680"/>
              <a:gd name="csY12" fmla="*/ 1143644 h 1255404"/>
              <a:gd name="csX13" fmla="*/ 1503680 w 1503680"/>
              <a:gd name="csY13" fmla="*/ 1255404 h 12554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503680" h="1255404">
                <a:moveTo>
                  <a:pt x="0" y="15884"/>
                </a:moveTo>
                <a:cubicBezTo>
                  <a:pt x="16933" y="12497"/>
                  <a:pt x="33540" y="5167"/>
                  <a:pt x="50800" y="5724"/>
                </a:cubicBezTo>
                <a:cubicBezTo>
                  <a:pt x="163558" y="9361"/>
                  <a:pt x="289500" y="-32465"/>
                  <a:pt x="355600" y="66684"/>
                </a:cubicBezTo>
                <a:cubicBezTo>
                  <a:pt x="379139" y="101992"/>
                  <a:pt x="396240" y="141191"/>
                  <a:pt x="416560" y="178444"/>
                </a:cubicBezTo>
                <a:cubicBezTo>
                  <a:pt x="419947" y="229244"/>
                  <a:pt x="424685" y="279972"/>
                  <a:pt x="426720" y="330844"/>
                </a:cubicBezTo>
                <a:cubicBezTo>
                  <a:pt x="431459" y="449331"/>
                  <a:pt x="427785" y="568212"/>
                  <a:pt x="436880" y="686444"/>
                </a:cubicBezTo>
                <a:cubicBezTo>
                  <a:pt x="438042" y="701545"/>
                  <a:pt x="442426" y="723748"/>
                  <a:pt x="457200" y="727084"/>
                </a:cubicBezTo>
                <a:cubicBezTo>
                  <a:pt x="553513" y="748832"/>
                  <a:pt x="653593" y="747739"/>
                  <a:pt x="751840" y="757564"/>
                </a:cubicBezTo>
                <a:cubicBezTo>
                  <a:pt x="937916" y="776172"/>
                  <a:pt x="1123466" y="785442"/>
                  <a:pt x="1310640" y="798204"/>
                </a:cubicBezTo>
                <a:cubicBezTo>
                  <a:pt x="1337733" y="804977"/>
                  <a:pt x="1364613" y="812672"/>
                  <a:pt x="1391920" y="818524"/>
                </a:cubicBezTo>
                <a:cubicBezTo>
                  <a:pt x="1412063" y="822840"/>
                  <a:pt x="1439194" y="813287"/>
                  <a:pt x="1452880" y="828684"/>
                </a:cubicBezTo>
                <a:cubicBezTo>
                  <a:pt x="1471434" y="849557"/>
                  <a:pt x="1466427" y="882871"/>
                  <a:pt x="1473200" y="909964"/>
                </a:cubicBezTo>
                <a:cubicBezTo>
                  <a:pt x="1476587" y="987857"/>
                  <a:pt x="1476507" y="1065979"/>
                  <a:pt x="1483360" y="1143644"/>
                </a:cubicBezTo>
                <a:cubicBezTo>
                  <a:pt x="1486688" y="1181362"/>
                  <a:pt x="1503680" y="1255404"/>
                  <a:pt x="1503680" y="1255404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자유형: 도형 34">
            <a:extLst>
              <a:ext uri="{FF2B5EF4-FFF2-40B4-BE49-F238E27FC236}">
                <a16:creationId xmlns:a16="http://schemas.microsoft.com/office/drawing/2014/main" id="{7822F374-8E85-58E4-0FC1-9790D26F8C67}"/>
              </a:ext>
            </a:extLst>
          </p:cNvPr>
          <p:cNvSpPr/>
          <p:nvPr/>
        </p:nvSpPr>
        <p:spPr>
          <a:xfrm>
            <a:off x="4409440" y="2296160"/>
            <a:ext cx="3007360" cy="1270000"/>
          </a:xfrm>
          <a:custGeom>
            <a:avLst/>
            <a:gdLst>
              <a:gd name="csX0" fmla="*/ 3007360 w 3007360"/>
              <a:gd name="csY0" fmla="*/ 0 h 1270000"/>
              <a:gd name="csX1" fmla="*/ 589280 w 3007360"/>
              <a:gd name="csY1" fmla="*/ 50800 h 1270000"/>
              <a:gd name="csX2" fmla="*/ 274320 w 3007360"/>
              <a:gd name="csY2" fmla="*/ 81280 h 1270000"/>
              <a:gd name="csX3" fmla="*/ 0 w 3007360"/>
              <a:gd name="csY3" fmla="*/ 91440 h 1270000"/>
              <a:gd name="csX4" fmla="*/ 30480 w 3007360"/>
              <a:gd name="csY4" fmla="*/ 314960 h 1270000"/>
              <a:gd name="csX5" fmla="*/ 40640 w 3007360"/>
              <a:gd name="csY5" fmla="*/ 629920 h 1270000"/>
              <a:gd name="csX6" fmla="*/ 60960 w 3007360"/>
              <a:gd name="csY6" fmla="*/ 690880 h 1270000"/>
              <a:gd name="csX7" fmla="*/ 81280 w 3007360"/>
              <a:gd name="csY7" fmla="*/ 782320 h 1270000"/>
              <a:gd name="csX8" fmla="*/ 132080 w 3007360"/>
              <a:gd name="csY8" fmla="*/ 812800 h 1270000"/>
              <a:gd name="csX9" fmla="*/ 1259840 w 3007360"/>
              <a:gd name="csY9" fmla="*/ 822960 h 1270000"/>
              <a:gd name="csX10" fmla="*/ 1290320 w 3007360"/>
              <a:gd name="csY10" fmla="*/ 843280 h 1270000"/>
              <a:gd name="csX11" fmla="*/ 1280160 w 3007360"/>
              <a:gd name="csY11" fmla="*/ 1087120 h 1270000"/>
              <a:gd name="csX12" fmla="*/ 1270000 w 3007360"/>
              <a:gd name="csY12" fmla="*/ 1137920 h 1270000"/>
              <a:gd name="csX13" fmla="*/ 1259840 w 3007360"/>
              <a:gd name="csY13" fmla="*/ 1270000 h 1270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3007360" h="1270000">
                <a:moveTo>
                  <a:pt x="3007360" y="0"/>
                </a:moveTo>
                <a:cubicBezTo>
                  <a:pt x="2104922" y="180488"/>
                  <a:pt x="3044496" y="2469"/>
                  <a:pt x="589280" y="50800"/>
                </a:cubicBezTo>
                <a:cubicBezTo>
                  <a:pt x="483823" y="52876"/>
                  <a:pt x="379547" y="74023"/>
                  <a:pt x="274320" y="81280"/>
                </a:cubicBezTo>
                <a:cubicBezTo>
                  <a:pt x="183034" y="87576"/>
                  <a:pt x="91440" y="88053"/>
                  <a:pt x="0" y="91440"/>
                </a:cubicBezTo>
                <a:cubicBezTo>
                  <a:pt x="10160" y="165947"/>
                  <a:pt x="24821" y="239977"/>
                  <a:pt x="30480" y="314960"/>
                </a:cubicBezTo>
                <a:cubicBezTo>
                  <a:pt x="38385" y="419703"/>
                  <a:pt x="32151" y="525222"/>
                  <a:pt x="40640" y="629920"/>
                </a:cubicBezTo>
                <a:cubicBezTo>
                  <a:pt x="42371" y="651269"/>
                  <a:pt x="55441" y="670184"/>
                  <a:pt x="60960" y="690880"/>
                </a:cubicBezTo>
                <a:cubicBezTo>
                  <a:pt x="69005" y="721049"/>
                  <a:pt x="65547" y="755350"/>
                  <a:pt x="81280" y="782320"/>
                </a:cubicBezTo>
                <a:cubicBezTo>
                  <a:pt x="91230" y="799377"/>
                  <a:pt x="112344" y="812119"/>
                  <a:pt x="132080" y="812800"/>
                </a:cubicBezTo>
                <a:cubicBezTo>
                  <a:pt x="507792" y="825756"/>
                  <a:pt x="883920" y="819573"/>
                  <a:pt x="1259840" y="822960"/>
                </a:cubicBezTo>
                <a:cubicBezTo>
                  <a:pt x="1270000" y="829733"/>
                  <a:pt x="1289383" y="831105"/>
                  <a:pt x="1290320" y="843280"/>
                </a:cubicBezTo>
                <a:cubicBezTo>
                  <a:pt x="1296559" y="924391"/>
                  <a:pt x="1285757" y="1005962"/>
                  <a:pt x="1280160" y="1087120"/>
                </a:cubicBezTo>
                <a:cubicBezTo>
                  <a:pt x="1278972" y="1104348"/>
                  <a:pt x="1272626" y="1120852"/>
                  <a:pt x="1270000" y="1137920"/>
                </a:cubicBezTo>
                <a:cubicBezTo>
                  <a:pt x="1257740" y="1217612"/>
                  <a:pt x="1259840" y="1203301"/>
                  <a:pt x="1259840" y="127000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자유형: 도형 35">
            <a:extLst>
              <a:ext uri="{FF2B5EF4-FFF2-40B4-BE49-F238E27FC236}">
                <a16:creationId xmlns:a16="http://schemas.microsoft.com/office/drawing/2014/main" id="{ED5B9369-B1BF-08CD-F234-6C6959A0D888}"/>
              </a:ext>
            </a:extLst>
          </p:cNvPr>
          <p:cNvSpPr/>
          <p:nvPr/>
        </p:nvSpPr>
        <p:spPr>
          <a:xfrm>
            <a:off x="4074160" y="3201653"/>
            <a:ext cx="1687229" cy="2172987"/>
          </a:xfrm>
          <a:custGeom>
            <a:avLst/>
            <a:gdLst>
              <a:gd name="csX0" fmla="*/ 0 w 1687229"/>
              <a:gd name="csY0" fmla="*/ 2172987 h 2172987"/>
              <a:gd name="csX1" fmla="*/ 447040 w 1687229"/>
              <a:gd name="csY1" fmla="*/ 2040907 h 2172987"/>
              <a:gd name="csX2" fmla="*/ 457200 w 1687229"/>
              <a:gd name="csY2" fmla="*/ 1949467 h 2172987"/>
              <a:gd name="csX3" fmla="*/ 436880 w 1687229"/>
              <a:gd name="csY3" fmla="*/ 1766587 h 2172987"/>
              <a:gd name="csX4" fmla="*/ 386080 w 1687229"/>
              <a:gd name="csY4" fmla="*/ 1563387 h 2172987"/>
              <a:gd name="csX5" fmla="*/ 355600 w 1687229"/>
              <a:gd name="csY5" fmla="*/ 1360187 h 2172987"/>
              <a:gd name="csX6" fmla="*/ 345440 w 1687229"/>
              <a:gd name="csY6" fmla="*/ 1106187 h 2172987"/>
              <a:gd name="csX7" fmla="*/ 325120 w 1687229"/>
              <a:gd name="csY7" fmla="*/ 537227 h 2172987"/>
              <a:gd name="csX8" fmla="*/ 335280 w 1687229"/>
              <a:gd name="csY8" fmla="*/ 323867 h 2172987"/>
              <a:gd name="csX9" fmla="*/ 447040 w 1687229"/>
              <a:gd name="csY9" fmla="*/ 151147 h 2172987"/>
              <a:gd name="csX10" fmla="*/ 518160 w 1687229"/>
              <a:gd name="csY10" fmla="*/ 69867 h 2172987"/>
              <a:gd name="csX11" fmla="*/ 660400 w 1687229"/>
              <a:gd name="csY11" fmla="*/ 49547 h 2172987"/>
              <a:gd name="csX12" fmla="*/ 1219200 w 1687229"/>
              <a:gd name="csY12" fmla="*/ 29227 h 2172987"/>
              <a:gd name="csX13" fmla="*/ 1361440 w 1687229"/>
              <a:gd name="csY13" fmla="*/ 19067 h 2172987"/>
              <a:gd name="csX14" fmla="*/ 1666240 w 1687229"/>
              <a:gd name="csY14" fmla="*/ 39387 h 2172987"/>
              <a:gd name="csX15" fmla="*/ 1625600 w 1687229"/>
              <a:gd name="csY15" fmla="*/ 344187 h 21729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687229" h="2172987">
                <a:moveTo>
                  <a:pt x="0" y="2172987"/>
                </a:moveTo>
                <a:cubicBezTo>
                  <a:pt x="106846" y="2156292"/>
                  <a:pt x="352538" y="2164487"/>
                  <a:pt x="447040" y="2040907"/>
                </a:cubicBezTo>
                <a:cubicBezTo>
                  <a:pt x="465669" y="2016546"/>
                  <a:pt x="453813" y="1979947"/>
                  <a:pt x="457200" y="1949467"/>
                </a:cubicBezTo>
                <a:cubicBezTo>
                  <a:pt x="450427" y="1888507"/>
                  <a:pt x="447992" y="1826907"/>
                  <a:pt x="436880" y="1766587"/>
                </a:cubicBezTo>
                <a:cubicBezTo>
                  <a:pt x="424232" y="1697924"/>
                  <a:pt x="399772" y="1631849"/>
                  <a:pt x="386080" y="1563387"/>
                </a:cubicBezTo>
                <a:cubicBezTo>
                  <a:pt x="372648" y="1496226"/>
                  <a:pt x="365760" y="1427920"/>
                  <a:pt x="355600" y="1360187"/>
                </a:cubicBezTo>
                <a:cubicBezTo>
                  <a:pt x="352213" y="1275520"/>
                  <a:pt x="348576" y="1190863"/>
                  <a:pt x="345440" y="1106187"/>
                </a:cubicBezTo>
                <a:cubicBezTo>
                  <a:pt x="338416" y="916543"/>
                  <a:pt x="327584" y="726985"/>
                  <a:pt x="325120" y="537227"/>
                </a:cubicBezTo>
                <a:cubicBezTo>
                  <a:pt x="324195" y="466032"/>
                  <a:pt x="323943" y="394159"/>
                  <a:pt x="335280" y="323867"/>
                </a:cubicBezTo>
                <a:cubicBezTo>
                  <a:pt x="351921" y="220690"/>
                  <a:pt x="383631" y="220897"/>
                  <a:pt x="447040" y="151147"/>
                </a:cubicBezTo>
                <a:cubicBezTo>
                  <a:pt x="461351" y="135405"/>
                  <a:pt x="496844" y="76972"/>
                  <a:pt x="518160" y="69867"/>
                </a:cubicBezTo>
                <a:cubicBezTo>
                  <a:pt x="563597" y="54721"/>
                  <a:pt x="612586" y="52319"/>
                  <a:pt x="660400" y="49547"/>
                </a:cubicBezTo>
                <a:cubicBezTo>
                  <a:pt x="846477" y="38760"/>
                  <a:pt x="1032986" y="37323"/>
                  <a:pt x="1219200" y="29227"/>
                </a:cubicBezTo>
                <a:cubicBezTo>
                  <a:pt x="1266689" y="27162"/>
                  <a:pt x="1314027" y="22454"/>
                  <a:pt x="1361440" y="19067"/>
                </a:cubicBezTo>
                <a:cubicBezTo>
                  <a:pt x="1463040" y="25840"/>
                  <a:pt x="1602030" y="-39641"/>
                  <a:pt x="1666240" y="39387"/>
                </a:cubicBezTo>
                <a:cubicBezTo>
                  <a:pt x="1730875" y="118938"/>
                  <a:pt x="1625600" y="344187"/>
                  <a:pt x="1625600" y="344187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자유형: 도형 37">
            <a:extLst>
              <a:ext uri="{FF2B5EF4-FFF2-40B4-BE49-F238E27FC236}">
                <a16:creationId xmlns:a16="http://schemas.microsoft.com/office/drawing/2014/main" id="{00F48FD3-FAC2-0325-AB2F-3A7C511C4D52}"/>
              </a:ext>
            </a:extLst>
          </p:cNvPr>
          <p:cNvSpPr/>
          <p:nvPr/>
        </p:nvSpPr>
        <p:spPr>
          <a:xfrm>
            <a:off x="5729373" y="4155440"/>
            <a:ext cx="1717907" cy="1226386"/>
          </a:xfrm>
          <a:custGeom>
            <a:avLst/>
            <a:gdLst>
              <a:gd name="csX0" fmla="*/ 1717907 w 1717907"/>
              <a:gd name="csY0" fmla="*/ 1158240 h 1226386"/>
              <a:gd name="csX1" fmla="*/ 1372467 w 1717907"/>
              <a:gd name="csY1" fmla="*/ 1198880 h 1226386"/>
              <a:gd name="csX2" fmla="*/ 1392787 w 1717907"/>
              <a:gd name="csY2" fmla="*/ 863600 h 1226386"/>
              <a:gd name="csX3" fmla="*/ 1382627 w 1717907"/>
              <a:gd name="csY3" fmla="*/ 711200 h 1226386"/>
              <a:gd name="csX4" fmla="*/ 1027027 w 1717907"/>
              <a:gd name="csY4" fmla="*/ 660400 h 1226386"/>
              <a:gd name="csX5" fmla="*/ 925427 w 1717907"/>
              <a:gd name="csY5" fmla="*/ 670560 h 1226386"/>
              <a:gd name="csX6" fmla="*/ 41507 w 1717907"/>
              <a:gd name="csY6" fmla="*/ 660400 h 1226386"/>
              <a:gd name="csX7" fmla="*/ 867 w 1717907"/>
              <a:gd name="csY7" fmla="*/ 619760 h 1226386"/>
              <a:gd name="csX8" fmla="*/ 21187 w 1717907"/>
              <a:gd name="csY8" fmla="*/ 416560 h 1226386"/>
              <a:gd name="csX9" fmla="*/ 21187 w 1717907"/>
              <a:gd name="csY9" fmla="*/ 0 h 122638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717907" h="1226386">
                <a:moveTo>
                  <a:pt x="1717907" y="1158240"/>
                </a:moveTo>
                <a:cubicBezTo>
                  <a:pt x="1686194" y="1168150"/>
                  <a:pt x="1408640" y="1275748"/>
                  <a:pt x="1372467" y="1198880"/>
                </a:cubicBezTo>
                <a:cubicBezTo>
                  <a:pt x="1324793" y="1097572"/>
                  <a:pt x="1386014" y="975360"/>
                  <a:pt x="1392787" y="863600"/>
                </a:cubicBezTo>
                <a:cubicBezTo>
                  <a:pt x="1389400" y="812800"/>
                  <a:pt x="1394975" y="760593"/>
                  <a:pt x="1382627" y="711200"/>
                </a:cubicBezTo>
                <a:cubicBezTo>
                  <a:pt x="1335457" y="522522"/>
                  <a:pt x="1209387" y="637605"/>
                  <a:pt x="1027027" y="660400"/>
                </a:cubicBezTo>
                <a:cubicBezTo>
                  <a:pt x="993254" y="664622"/>
                  <a:pt x="959294" y="667173"/>
                  <a:pt x="925427" y="670560"/>
                </a:cubicBezTo>
                <a:lnTo>
                  <a:pt x="41507" y="660400"/>
                </a:lnTo>
                <a:cubicBezTo>
                  <a:pt x="22378" y="659349"/>
                  <a:pt x="2458" y="638852"/>
                  <a:pt x="867" y="619760"/>
                </a:cubicBezTo>
                <a:cubicBezTo>
                  <a:pt x="-4786" y="551924"/>
                  <a:pt x="18956" y="484595"/>
                  <a:pt x="21187" y="416560"/>
                </a:cubicBezTo>
                <a:cubicBezTo>
                  <a:pt x="25737" y="277781"/>
                  <a:pt x="21187" y="138853"/>
                  <a:pt x="21187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0905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B2DEBCB-27B3-56E8-FA46-559F715C0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630FCEBF-20D7-39DB-831C-BE80E9CD75D9}"/>
              </a:ext>
            </a:extLst>
          </p:cNvPr>
          <p:cNvSpPr/>
          <p:nvPr/>
        </p:nvSpPr>
        <p:spPr>
          <a:xfrm>
            <a:off x="3735421" y="2013625"/>
            <a:ext cx="3998068" cy="3540868"/>
          </a:xfrm>
          <a:prstGeom prst="rect">
            <a:avLst/>
          </a:prstGeom>
          <a:solidFill>
            <a:srgbClr val="ECF0F3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35987688-8CF5-ABB2-748A-B5D3ACA00FDC}"/>
              </a:ext>
            </a:extLst>
          </p:cNvPr>
          <p:cNvSpPr/>
          <p:nvPr/>
        </p:nvSpPr>
        <p:spPr>
          <a:xfrm rot="10800000">
            <a:off x="5261356" y="2973854"/>
            <a:ext cx="709577" cy="734268"/>
          </a:xfrm>
          <a:custGeom>
            <a:avLst/>
            <a:gdLst>
              <a:gd name="csX0" fmla="*/ 709577 w 709577"/>
              <a:gd name="csY0" fmla="*/ 734268 h 734268"/>
              <a:gd name="csX1" fmla="*/ 0 w 709577"/>
              <a:gd name="csY1" fmla="*/ 734268 h 734268"/>
              <a:gd name="csX2" fmla="*/ 0 w 709577"/>
              <a:gd name="csY2" fmla="*/ 264353 h 734268"/>
              <a:gd name="csX3" fmla="*/ 187838 w 709577"/>
              <a:gd name="csY3" fmla="*/ 0 h 7342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09577" h="734268">
                <a:moveTo>
                  <a:pt x="709577" y="734268"/>
                </a:moveTo>
                <a:lnTo>
                  <a:pt x="0" y="734268"/>
                </a:lnTo>
                <a:lnTo>
                  <a:pt x="0" y="264353"/>
                </a:lnTo>
                <a:lnTo>
                  <a:pt x="187838" y="0"/>
                </a:lnTo>
                <a:close/>
              </a:path>
            </a:pathLst>
          </a:custGeom>
          <a:solidFill>
            <a:srgbClr val="FFFF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3" name="자유형: 도형 22">
            <a:extLst>
              <a:ext uri="{FF2B5EF4-FFF2-40B4-BE49-F238E27FC236}">
                <a16:creationId xmlns:a16="http://schemas.microsoft.com/office/drawing/2014/main" id="{2926C706-92AF-33DF-50B9-06AD0C7E63C9}"/>
              </a:ext>
            </a:extLst>
          </p:cNvPr>
          <p:cNvSpPr/>
          <p:nvPr/>
        </p:nvSpPr>
        <p:spPr>
          <a:xfrm>
            <a:off x="5603134" y="3726509"/>
            <a:ext cx="497266" cy="1256106"/>
          </a:xfrm>
          <a:custGeom>
            <a:avLst/>
            <a:gdLst>
              <a:gd name="csX0" fmla="*/ 179961 w 497266"/>
              <a:gd name="csY0" fmla="*/ 0 h 1256106"/>
              <a:gd name="csX1" fmla="*/ 377985 w 497266"/>
              <a:gd name="csY1" fmla="*/ 476750 h 1256106"/>
              <a:gd name="csX2" fmla="*/ 377985 w 497266"/>
              <a:gd name="csY2" fmla="*/ 743723 h 1256106"/>
              <a:gd name="csX3" fmla="*/ 367801 w 497266"/>
              <a:gd name="csY3" fmla="*/ 746310 h 1256106"/>
              <a:gd name="csX4" fmla="*/ 497266 w 497266"/>
              <a:gd name="csY4" fmla="*/ 1256106 h 1256106"/>
              <a:gd name="csX5" fmla="*/ 0 w 497266"/>
              <a:gd name="csY5" fmla="*/ 1256106 h 1256106"/>
              <a:gd name="csX6" fmla="*/ 0 w 497266"/>
              <a:gd name="csY6" fmla="*/ 433263 h 12561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97266" h="1256106">
                <a:moveTo>
                  <a:pt x="179961" y="0"/>
                </a:moveTo>
                <a:lnTo>
                  <a:pt x="377985" y="476750"/>
                </a:lnTo>
                <a:lnTo>
                  <a:pt x="377985" y="743723"/>
                </a:lnTo>
                <a:lnTo>
                  <a:pt x="367801" y="746310"/>
                </a:lnTo>
                <a:lnTo>
                  <a:pt x="497266" y="1256106"/>
                </a:lnTo>
                <a:lnTo>
                  <a:pt x="0" y="1256106"/>
                </a:lnTo>
                <a:lnTo>
                  <a:pt x="0" y="433263"/>
                </a:lnTo>
                <a:close/>
              </a:path>
            </a:pathLst>
          </a:custGeom>
          <a:solidFill>
            <a:srgbClr val="FFFF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4124F04F-C47C-F188-BB6D-150B79689E52}"/>
              </a:ext>
            </a:extLst>
          </p:cNvPr>
          <p:cNvSpPr/>
          <p:nvPr/>
        </p:nvSpPr>
        <p:spPr>
          <a:xfrm>
            <a:off x="5637180" y="3540450"/>
            <a:ext cx="291830" cy="35992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C1E4127-7D0F-A20C-00DF-36877B43B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게임 정보 </a:t>
            </a:r>
            <a:r>
              <a:rPr lang="en-US" altLang="ko-KR" dirty="0"/>
              <a:t>: </a:t>
            </a:r>
            <a:r>
              <a:rPr lang="ko-KR" altLang="en-US" dirty="0"/>
              <a:t>주요 시스템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FEBDF635-2232-C1A3-D3DC-6DB79B051542}"/>
              </a:ext>
            </a:extLst>
          </p:cNvPr>
          <p:cNvGrpSpPr>
            <a:grpSpLocks noChangeAspect="1"/>
          </p:cNvGrpSpPr>
          <p:nvPr/>
        </p:nvGrpSpPr>
        <p:grpSpPr>
          <a:xfrm>
            <a:off x="347832" y="2129962"/>
            <a:ext cx="2520000" cy="2877457"/>
            <a:chOff x="8742604" y="3079750"/>
            <a:chExt cx="2790825" cy="3186697"/>
          </a:xfrm>
        </p:grpSpPr>
        <p:pic>
          <p:nvPicPr>
            <p:cNvPr id="9" name="Picture 8" descr="우는 천사 - 나무위키">
              <a:extLst>
                <a:ext uri="{FF2B5EF4-FFF2-40B4-BE49-F238E27FC236}">
                  <a16:creationId xmlns:a16="http://schemas.microsoft.com/office/drawing/2014/main" id="{A69072F1-FC4E-C67E-EC70-E229211A083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42604" y="3079750"/>
              <a:ext cx="2790825" cy="16383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12" descr="닥터 후: 시즌3 10화 '블링크(우는 천사)' 리뷰 : 네이버 블로그">
              <a:extLst>
                <a:ext uri="{FF2B5EF4-FFF2-40B4-BE49-F238E27FC236}">
                  <a16:creationId xmlns:a16="http://schemas.microsoft.com/office/drawing/2014/main" id="{48A862F4-9E61-B792-D1CF-5B2F6D1F556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42605" y="4718050"/>
              <a:ext cx="2790824" cy="15483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F10E6092-05F7-7490-270C-7B6761A9BF36}"/>
              </a:ext>
            </a:extLst>
          </p:cNvPr>
          <p:cNvSpPr txBox="1"/>
          <p:nvPr/>
        </p:nvSpPr>
        <p:spPr>
          <a:xfrm>
            <a:off x="178412" y="5321190"/>
            <a:ext cx="2738250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200" b="1" dirty="0"/>
              <a:t>적대적 캐릭터</a:t>
            </a:r>
            <a:endParaRPr lang="en-US" altLang="ko-KR" sz="2200" b="1" dirty="0"/>
          </a:p>
          <a:p>
            <a:pPr algn="ctr"/>
            <a:r>
              <a:rPr lang="ko-KR" altLang="en-US" dirty="0"/>
              <a:t>우는 천사 컨셉을 활용한</a:t>
            </a:r>
            <a:endParaRPr lang="en-US" altLang="ko-KR" dirty="0"/>
          </a:p>
          <a:p>
            <a:pPr algn="ctr"/>
            <a:r>
              <a:rPr lang="ko-KR" altLang="en-US" b="1" dirty="0"/>
              <a:t>마네킹</a:t>
            </a:r>
            <a:endParaRPr lang="en-US" altLang="ko-KR" b="1" dirty="0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7C0EE0F1-C01A-E2B8-F104-82733EC0669D}"/>
              </a:ext>
            </a:extLst>
          </p:cNvPr>
          <p:cNvCxnSpPr>
            <a:cxnSpLocks/>
          </p:cNvCxnSpPr>
          <p:nvPr/>
        </p:nvCxnSpPr>
        <p:spPr>
          <a:xfrm>
            <a:off x="4212077" y="2480553"/>
            <a:ext cx="0" cy="2526866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7AA64009-FA7A-7AA7-67A3-49233822B47A}"/>
              </a:ext>
            </a:extLst>
          </p:cNvPr>
          <p:cNvCxnSpPr>
            <a:cxnSpLocks/>
          </p:cNvCxnSpPr>
          <p:nvPr/>
        </p:nvCxnSpPr>
        <p:spPr>
          <a:xfrm>
            <a:off x="4679004" y="2480553"/>
            <a:ext cx="2607013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8260D588-6E27-A262-0929-DA6AF2B6BE78}"/>
              </a:ext>
            </a:extLst>
          </p:cNvPr>
          <p:cNvCxnSpPr>
            <a:cxnSpLocks/>
          </p:cNvCxnSpPr>
          <p:nvPr/>
        </p:nvCxnSpPr>
        <p:spPr>
          <a:xfrm flipH="1">
            <a:off x="4679004" y="5007419"/>
            <a:ext cx="2140086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57226BEA-4A48-06AB-9AC9-353CD26A0C19}"/>
              </a:ext>
            </a:extLst>
          </p:cNvPr>
          <p:cNvCxnSpPr>
            <a:cxnSpLocks/>
          </p:cNvCxnSpPr>
          <p:nvPr/>
        </p:nvCxnSpPr>
        <p:spPr>
          <a:xfrm>
            <a:off x="7286017" y="2480553"/>
            <a:ext cx="0" cy="2526866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F8CDBB8F-C993-70DD-80C0-79F0D38B669F}"/>
              </a:ext>
            </a:extLst>
          </p:cNvPr>
          <p:cNvCxnSpPr>
            <a:cxnSpLocks/>
          </p:cNvCxnSpPr>
          <p:nvPr/>
        </p:nvCxnSpPr>
        <p:spPr>
          <a:xfrm>
            <a:off x="4679004" y="2953966"/>
            <a:ext cx="2140086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A7697DCC-EA87-6C31-8AA0-6E0DB73F7290}"/>
              </a:ext>
            </a:extLst>
          </p:cNvPr>
          <p:cNvCxnSpPr>
            <a:cxnSpLocks/>
          </p:cNvCxnSpPr>
          <p:nvPr/>
        </p:nvCxnSpPr>
        <p:spPr>
          <a:xfrm>
            <a:off x="6387831" y="4497422"/>
            <a:ext cx="431259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2FCD7C26-9F61-8A7E-4058-65432C6663C6}"/>
              </a:ext>
            </a:extLst>
          </p:cNvPr>
          <p:cNvCxnSpPr>
            <a:cxnSpLocks/>
          </p:cNvCxnSpPr>
          <p:nvPr/>
        </p:nvCxnSpPr>
        <p:spPr>
          <a:xfrm>
            <a:off x="5580435" y="3929974"/>
            <a:ext cx="0" cy="1624519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CBA33872-B9BA-8DE1-3F02-934A1E80F565}"/>
              </a:ext>
            </a:extLst>
          </p:cNvPr>
          <p:cNvCxnSpPr>
            <a:cxnSpLocks/>
          </p:cNvCxnSpPr>
          <p:nvPr/>
        </p:nvCxnSpPr>
        <p:spPr>
          <a:xfrm>
            <a:off x="6819090" y="2963694"/>
            <a:ext cx="0" cy="1180289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840C853A-FEF9-7537-3C14-6FB769659C2D}"/>
              </a:ext>
            </a:extLst>
          </p:cNvPr>
          <p:cNvCxnSpPr>
            <a:cxnSpLocks/>
          </p:cNvCxnSpPr>
          <p:nvPr/>
        </p:nvCxnSpPr>
        <p:spPr>
          <a:xfrm>
            <a:off x="6387831" y="3317133"/>
            <a:ext cx="0" cy="1180289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0186FDB9-2D10-9A15-F36A-9A06F49A18CB}"/>
              </a:ext>
            </a:extLst>
          </p:cNvPr>
          <p:cNvCxnSpPr>
            <a:cxnSpLocks/>
          </p:cNvCxnSpPr>
          <p:nvPr/>
        </p:nvCxnSpPr>
        <p:spPr>
          <a:xfrm>
            <a:off x="5995482" y="2953966"/>
            <a:ext cx="0" cy="1543456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08C60E1F-78C0-CE6C-3D14-A48A8ECE9883}"/>
              </a:ext>
            </a:extLst>
          </p:cNvPr>
          <p:cNvCxnSpPr>
            <a:cxnSpLocks/>
          </p:cNvCxnSpPr>
          <p:nvPr/>
        </p:nvCxnSpPr>
        <p:spPr>
          <a:xfrm flipH="1">
            <a:off x="4679004" y="3429000"/>
            <a:ext cx="901431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4F9FE581-7827-76DC-D72D-3B9A7FB4F2BB}"/>
              </a:ext>
            </a:extLst>
          </p:cNvPr>
          <p:cNvCxnSpPr>
            <a:cxnSpLocks/>
          </p:cNvCxnSpPr>
          <p:nvPr/>
        </p:nvCxnSpPr>
        <p:spPr>
          <a:xfrm>
            <a:off x="4679004" y="3429000"/>
            <a:ext cx="0" cy="1543456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이등변 삼각형 25">
            <a:extLst>
              <a:ext uri="{FF2B5EF4-FFF2-40B4-BE49-F238E27FC236}">
                <a16:creationId xmlns:a16="http://schemas.microsoft.com/office/drawing/2014/main" id="{F3143016-77D3-3557-5D87-5EDA9CAB6456}"/>
              </a:ext>
            </a:extLst>
          </p:cNvPr>
          <p:cNvSpPr/>
          <p:nvPr/>
        </p:nvSpPr>
        <p:spPr>
          <a:xfrm>
            <a:off x="7379622" y="5065922"/>
            <a:ext cx="274535" cy="430068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이등변 삼각형 28">
            <a:extLst>
              <a:ext uri="{FF2B5EF4-FFF2-40B4-BE49-F238E27FC236}">
                <a16:creationId xmlns:a16="http://schemas.microsoft.com/office/drawing/2014/main" id="{C2615609-D471-E7A5-ADD2-88CFA0B95C8B}"/>
              </a:ext>
            </a:extLst>
          </p:cNvPr>
          <p:cNvSpPr/>
          <p:nvPr/>
        </p:nvSpPr>
        <p:spPr>
          <a:xfrm>
            <a:off x="3849438" y="5065922"/>
            <a:ext cx="274535" cy="430068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이등변 삼각형 31">
            <a:extLst>
              <a:ext uri="{FF2B5EF4-FFF2-40B4-BE49-F238E27FC236}">
                <a16:creationId xmlns:a16="http://schemas.microsoft.com/office/drawing/2014/main" id="{B08CC022-ED48-4EDF-B6D1-943512DC110F}"/>
              </a:ext>
            </a:extLst>
          </p:cNvPr>
          <p:cNvSpPr/>
          <p:nvPr/>
        </p:nvSpPr>
        <p:spPr>
          <a:xfrm>
            <a:off x="3836482" y="2050485"/>
            <a:ext cx="274535" cy="430068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이등변 삼각형 32">
            <a:extLst>
              <a:ext uri="{FF2B5EF4-FFF2-40B4-BE49-F238E27FC236}">
                <a16:creationId xmlns:a16="http://schemas.microsoft.com/office/drawing/2014/main" id="{549A00F5-DFB2-AB24-8433-72C5EDA6F31E}"/>
              </a:ext>
            </a:extLst>
          </p:cNvPr>
          <p:cNvSpPr/>
          <p:nvPr/>
        </p:nvSpPr>
        <p:spPr>
          <a:xfrm>
            <a:off x="7372217" y="2064085"/>
            <a:ext cx="274535" cy="430068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이등변 삼각형 33">
            <a:extLst>
              <a:ext uri="{FF2B5EF4-FFF2-40B4-BE49-F238E27FC236}">
                <a16:creationId xmlns:a16="http://schemas.microsoft.com/office/drawing/2014/main" id="{A65A5A32-4C77-CD23-D5E6-168D4E7E2D99}"/>
              </a:ext>
            </a:extLst>
          </p:cNvPr>
          <p:cNvSpPr/>
          <p:nvPr/>
        </p:nvSpPr>
        <p:spPr>
          <a:xfrm>
            <a:off x="4982347" y="4109360"/>
            <a:ext cx="274535" cy="430068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자유형: 도형 34">
            <a:extLst>
              <a:ext uri="{FF2B5EF4-FFF2-40B4-BE49-F238E27FC236}">
                <a16:creationId xmlns:a16="http://schemas.microsoft.com/office/drawing/2014/main" id="{9BE41C49-AC9C-9182-EDD1-5E056547BA94}"/>
              </a:ext>
            </a:extLst>
          </p:cNvPr>
          <p:cNvSpPr/>
          <p:nvPr/>
        </p:nvSpPr>
        <p:spPr>
          <a:xfrm>
            <a:off x="4185920" y="2275840"/>
            <a:ext cx="1148080" cy="1081232"/>
          </a:xfrm>
          <a:custGeom>
            <a:avLst/>
            <a:gdLst>
              <a:gd name="csX0" fmla="*/ 0 w 1148080"/>
              <a:gd name="csY0" fmla="*/ 0 h 1081232"/>
              <a:gd name="csX1" fmla="*/ 355600 w 1148080"/>
              <a:gd name="csY1" fmla="*/ 60960 h 1081232"/>
              <a:gd name="csX2" fmla="*/ 365760 w 1148080"/>
              <a:gd name="csY2" fmla="*/ 203200 h 1081232"/>
              <a:gd name="csX3" fmla="*/ 426720 w 1148080"/>
              <a:gd name="csY3" fmla="*/ 619760 h 1081232"/>
              <a:gd name="csX4" fmla="*/ 436880 w 1148080"/>
              <a:gd name="csY4" fmla="*/ 802640 h 1081232"/>
              <a:gd name="csX5" fmla="*/ 447040 w 1148080"/>
              <a:gd name="csY5" fmla="*/ 1056640 h 1081232"/>
              <a:gd name="csX6" fmla="*/ 782320 w 1148080"/>
              <a:gd name="csY6" fmla="*/ 1036320 h 1081232"/>
              <a:gd name="csX7" fmla="*/ 894080 w 1148080"/>
              <a:gd name="csY7" fmla="*/ 995680 h 1081232"/>
              <a:gd name="csX8" fmla="*/ 975360 w 1148080"/>
              <a:gd name="csY8" fmla="*/ 985520 h 1081232"/>
              <a:gd name="csX9" fmla="*/ 1148080 w 1148080"/>
              <a:gd name="csY9" fmla="*/ 975360 h 10812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148080" h="1081232">
                <a:moveTo>
                  <a:pt x="0" y="0"/>
                </a:moveTo>
                <a:cubicBezTo>
                  <a:pt x="118533" y="20320"/>
                  <a:pt x="250472" y="2555"/>
                  <a:pt x="355600" y="60960"/>
                </a:cubicBezTo>
                <a:cubicBezTo>
                  <a:pt x="397152" y="84045"/>
                  <a:pt x="362884" y="155753"/>
                  <a:pt x="365760" y="203200"/>
                </a:cubicBezTo>
                <a:cubicBezTo>
                  <a:pt x="382865" y="485428"/>
                  <a:pt x="358167" y="318125"/>
                  <a:pt x="426720" y="619760"/>
                </a:cubicBezTo>
                <a:cubicBezTo>
                  <a:pt x="430107" y="680720"/>
                  <a:pt x="434043" y="741652"/>
                  <a:pt x="436880" y="802640"/>
                </a:cubicBezTo>
                <a:cubicBezTo>
                  <a:pt x="440817" y="887283"/>
                  <a:pt x="376856" y="1009163"/>
                  <a:pt x="447040" y="1056640"/>
                </a:cubicBezTo>
                <a:cubicBezTo>
                  <a:pt x="539779" y="1119375"/>
                  <a:pt x="670560" y="1043093"/>
                  <a:pt x="782320" y="1036320"/>
                </a:cubicBezTo>
                <a:cubicBezTo>
                  <a:pt x="819573" y="1022773"/>
                  <a:pt x="855745" y="1005768"/>
                  <a:pt x="894080" y="995680"/>
                </a:cubicBezTo>
                <a:cubicBezTo>
                  <a:pt x="920485" y="988731"/>
                  <a:pt x="948150" y="987787"/>
                  <a:pt x="975360" y="985520"/>
                </a:cubicBezTo>
                <a:cubicBezTo>
                  <a:pt x="1099815" y="975149"/>
                  <a:pt x="1086215" y="975360"/>
                  <a:pt x="1148080" y="97536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자유형: 도형 35">
            <a:extLst>
              <a:ext uri="{FF2B5EF4-FFF2-40B4-BE49-F238E27FC236}">
                <a16:creationId xmlns:a16="http://schemas.microsoft.com/office/drawing/2014/main" id="{4DF74512-31FE-F7A1-9B00-C23976E5121F}"/>
              </a:ext>
            </a:extLst>
          </p:cNvPr>
          <p:cNvSpPr/>
          <p:nvPr/>
        </p:nvSpPr>
        <p:spPr>
          <a:xfrm>
            <a:off x="4267200" y="3271520"/>
            <a:ext cx="1046480" cy="2082800"/>
          </a:xfrm>
          <a:custGeom>
            <a:avLst/>
            <a:gdLst>
              <a:gd name="csX0" fmla="*/ 0 w 1046480"/>
              <a:gd name="csY0" fmla="*/ 2082800 h 2082800"/>
              <a:gd name="csX1" fmla="*/ 294640 w 1046480"/>
              <a:gd name="csY1" fmla="*/ 1859280 h 2082800"/>
              <a:gd name="csX2" fmla="*/ 243840 w 1046480"/>
              <a:gd name="csY2" fmla="*/ 467360 h 2082800"/>
              <a:gd name="csX3" fmla="*/ 274320 w 1046480"/>
              <a:gd name="csY3" fmla="*/ 81280 h 2082800"/>
              <a:gd name="csX4" fmla="*/ 365760 w 1046480"/>
              <a:gd name="csY4" fmla="*/ 0 h 2082800"/>
              <a:gd name="csX5" fmla="*/ 1046480 w 1046480"/>
              <a:gd name="csY5" fmla="*/ 0 h 2082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046480" h="2082800">
                <a:moveTo>
                  <a:pt x="0" y="2082800"/>
                </a:moveTo>
                <a:cubicBezTo>
                  <a:pt x="98213" y="2008293"/>
                  <a:pt x="272370" y="1980528"/>
                  <a:pt x="294640" y="1859280"/>
                </a:cubicBezTo>
                <a:cubicBezTo>
                  <a:pt x="424656" y="1151418"/>
                  <a:pt x="362066" y="940263"/>
                  <a:pt x="243840" y="467360"/>
                </a:cubicBezTo>
                <a:cubicBezTo>
                  <a:pt x="244304" y="455291"/>
                  <a:pt x="244787" y="153003"/>
                  <a:pt x="274320" y="81280"/>
                </a:cubicBezTo>
                <a:cubicBezTo>
                  <a:pt x="283669" y="58575"/>
                  <a:pt x="343739" y="16516"/>
                  <a:pt x="365760" y="0"/>
                </a:cubicBezTo>
                <a:cubicBezTo>
                  <a:pt x="741560" y="17082"/>
                  <a:pt x="514715" y="11817"/>
                  <a:pt x="1046480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자유형: 도형 37">
            <a:extLst>
              <a:ext uri="{FF2B5EF4-FFF2-40B4-BE49-F238E27FC236}">
                <a16:creationId xmlns:a16="http://schemas.microsoft.com/office/drawing/2014/main" id="{7FB026DB-F723-9217-E21F-00270F58712A}"/>
              </a:ext>
            </a:extLst>
          </p:cNvPr>
          <p:cNvSpPr/>
          <p:nvPr/>
        </p:nvSpPr>
        <p:spPr>
          <a:xfrm>
            <a:off x="6217920" y="4733629"/>
            <a:ext cx="1239520" cy="624560"/>
          </a:xfrm>
          <a:custGeom>
            <a:avLst/>
            <a:gdLst>
              <a:gd name="csX0" fmla="*/ 1239520 w 1239520"/>
              <a:gd name="csY0" fmla="*/ 600371 h 624560"/>
              <a:gd name="csX1" fmla="*/ 904240 w 1239520"/>
              <a:gd name="csY1" fmla="*/ 590211 h 624560"/>
              <a:gd name="csX2" fmla="*/ 883920 w 1239520"/>
              <a:gd name="csY2" fmla="*/ 295571 h 624560"/>
              <a:gd name="csX3" fmla="*/ 853440 w 1239520"/>
              <a:gd name="csY3" fmla="*/ 153331 h 624560"/>
              <a:gd name="csX4" fmla="*/ 792480 w 1239520"/>
              <a:gd name="csY4" fmla="*/ 11091 h 624560"/>
              <a:gd name="csX5" fmla="*/ 0 w 1239520"/>
              <a:gd name="csY5" fmla="*/ 11091 h 6245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239520" h="624560">
                <a:moveTo>
                  <a:pt x="1239520" y="600371"/>
                </a:moveTo>
                <a:cubicBezTo>
                  <a:pt x="1127760" y="596984"/>
                  <a:pt x="989133" y="662977"/>
                  <a:pt x="904240" y="590211"/>
                </a:cubicBezTo>
                <a:cubicBezTo>
                  <a:pt x="829494" y="526143"/>
                  <a:pt x="895291" y="393359"/>
                  <a:pt x="883920" y="295571"/>
                </a:cubicBezTo>
                <a:cubicBezTo>
                  <a:pt x="878319" y="247406"/>
                  <a:pt x="868774" y="199332"/>
                  <a:pt x="853440" y="153331"/>
                </a:cubicBezTo>
                <a:cubicBezTo>
                  <a:pt x="739351" y="-188937"/>
                  <a:pt x="832860" y="172613"/>
                  <a:pt x="792480" y="11091"/>
                </a:cubicBezTo>
                <a:cubicBezTo>
                  <a:pt x="352311" y="28021"/>
                  <a:pt x="616422" y="22945"/>
                  <a:pt x="0" y="11091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자유형: 도형 38">
            <a:extLst>
              <a:ext uri="{FF2B5EF4-FFF2-40B4-BE49-F238E27FC236}">
                <a16:creationId xmlns:a16="http://schemas.microsoft.com/office/drawing/2014/main" id="{1F397D0D-2F16-74ED-6ED0-B79282EDDBF2}"/>
              </a:ext>
            </a:extLst>
          </p:cNvPr>
          <p:cNvSpPr/>
          <p:nvPr/>
        </p:nvSpPr>
        <p:spPr>
          <a:xfrm>
            <a:off x="6096000" y="2479040"/>
            <a:ext cx="1422400" cy="2651760"/>
          </a:xfrm>
          <a:custGeom>
            <a:avLst/>
            <a:gdLst>
              <a:gd name="csX0" fmla="*/ 1422400 w 1422400"/>
              <a:gd name="csY0" fmla="*/ 0 h 2651760"/>
              <a:gd name="csX1" fmla="*/ 1402080 w 1422400"/>
              <a:gd name="csY1" fmla="*/ 1422400 h 2651760"/>
              <a:gd name="csX2" fmla="*/ 1391920 w 1422400"/>
              <a:gd name="csY2" fmla="*/ 2448560 h 2651760"/>
              <a:gd name="csX3" fmla="*/ 1310640 w 1422400"/>
              <a:gd name="csY3" fmla="*/ 2641600 h 2651760"/>
              <a:gd name="csX4" fmla="*/ 1280160 w 1422400"/>
              <a:gd name="csY4" fmla="*/ 2651760 h 2651760"/>
              <a:gd name="csX5" fmla="*/ 1005840 w 1422400"/>
              <a:gd name="csY5" fmla="*/ 2600960 h 2651760"/>
              <a:gd name="csX6" fmla="*/ 995680 w 1422400"/>
              <a:gd name="csY6" fmla="*/ 2509520 h 2651760"/>
              <a:gd name="csX7" fmla="*/ 975360 w 1422400"/>
              <a:gd name="csY7" fmla="*/ 2418080 h 2651760"/>
              <a:gd name="csX8" fmla="*/ 955040 w 1422400"/>
              <a:gd name="csY8" fmla="*/ 2235200 h 2651760"/>
              <a:gd name="csX9" fmla="*/ 944880 w 1422400"/>
              <a:gd name="csY9" fmla="*/ 2194560 h 2651760"/>
              <a:gd name="csX10" fmla="*/ 894080 w 1422400"/>
              <a:gd name="csY10" fmla="*/ 2174240 h 2651760"/>
              <a:gd name="csX11" fmla="*/ 528320 w 1422400"/>
              <a:gd name="csY11" fmla="*/ 2133600 h 2651760"/>
              <a:gd name="csX12" fmla="*/ 101600 w 1422400"/>
              <a:gd name="csY12" fmla="*/ 2153920 h 2651760"/>
              <a:gd name="csX13" fmla="*/ 0 w 1422400"/>
              <a:gd name="csY13" fmla="*/ 2153920 h 26517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422400" h="2651760">
                <a:moveTo>
                  <a:pt x="1422400" y="0"/>
                </a:moveTo>
                <a:cubicBezTo>
                  <a:pt x="1215029" y="539166"/>
                  <a:pt x="1389905" y="34433"/>
                  <a:pt x="1402080" y="1422400"/>
                </a:cubicBezTo>
                <a:cubicBezTo>
                  <a:pt x="1405080" y="1764457"/>
                  <a:pt x="1401079" y="2106613"/>
                  <a:pt x="1391920" y="2448560"/>
                </a:cubicBezTo>
                <a:cubicBezTo>
                  <a:pt x="1389511" y="2538486"/>
                  <a:pt x="1372879" y="2579361"/>
                  <a:pt x="1310640" y="2641600"/>
                </a:cubicBezTo>
                <a:cubicBezTo>
                  <a:pt x="1303067" y="2649173"/>
                  <a:pt x="1290320" y="2648373"/>
                  <a:pt x="1280160" y="2651760"/>
                </a:cubicBezTo>
                <a:cubicBezTo>
                  <a:pt x="1188720" y="2634827"/>
                  <a:pt x="1089017" y="2642548"/>
                  <a:pt x="1005840" y="2600960"/>
                </a:cubicBezTo>
                <a:cubicBezTo>
                  <a:pt x="978410" y="2587245"/>
                  <a:pt x="1000722" y="2539770"/>
                  <a:pt x="995680" y="2509520"/>
                </a:cubicBezTo>
                <a:cubicBezTo>
                  <a:pt x="990547" y="2478721"/>
                  <a:pt x="979936" y="2448966"/>
                  <a:pt x="975360" y="2418080"/>
                </a:cubicBezTo>
                <a:cubicBezTo>
                  <a:pt x="966371" y="2357407"/>
                  <a:pt x="963327" y="2295973"/>
                  <a:pt x="955040" y="2235200"/>
                </a:cubicBezTo>
                <a:cubicBezTo>
                  <a:pt x="953153" y="2221364"/>
                  <a:pt x="954754" y="2204434"/>
                  <a:pt x="944880" y="2194560"/>
                </a:cubicBezTo>
                <a:cubicBezTo>
                  <a:pt x="931984" y="2181664"/>
                  <a:pt x="912126" y="2176881"/>
                  <a:pt x="894080" y="2174240"/>
                </a:cubicBezTo>
                <a:cubicBezTo>
                  <a:pt x="772703" y="2156477"/>
                  <a:pt x="650240" y="2147147"/>
                  <a:pt x="528320" y="2133600"/>
                </a:cubicBezTo>
                <a:cubicBezTo>
                  <a:pt x="351140" y="2144022"/>
                  <a:pt x="295501" y="2148380"/>
                  <a:pt x="101600" y="2153920"/>
                </a:cubicBezTo>
                <a:cubicBezTo>
                  <a:pt x="67747" y="2154887"/>
                  <a:pt x="33867" y="2153920"/>
                  <a:pt x="0" y="215392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43046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1384</TotalTime>
  <Words>1214</Words>
  <Application>Microsoft Office PowerPoint</Application>
  <PresentationFormat>와이드스크린</PresentationFormat>
  <Paragraphs>263</Paragraphs>
  <Slides>24</Slides>
  <Notes>7</Notes>
  <HiddenSlides>6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29" baseType="lpstr">
      <vt:lpstr>HY견명조</vt:lpstr>
      <vt:lpstr>맑은 고딕</vt:lpstr>
      <vt:lpstr>Arial</vt:lpstr>
      <vt:lpstr>Wingdings</vt:lpstr>
      <vt:lpstr>Office 테마</vt:lpstr>
      <vt:lpstr>창작 기획서 제안서</vt:lpstr>
      <vt:lpstr>PowerPoint 프레젠테이션</vt:lpstr>
      <vt:lpstr>기획 의도</vt:lpstr>
      <vt:lpstr>기획 의도</vt:lpstr>
      <vt:lpstr>기획 의도</vt:lpstr>
      <vt:lpstr>기획 의도</vt:lpstr>
      <vt:lpstr>게임 정보</vt:lpstr>
      <vt:lpstr>게임 정보 : 배경 스토리</vt:lpstr>
      <vt:lpstr>게임 정보 : 컨셉 레퍼런스</vt:lpstr>
      <vt:lpstr>게임 정보 : 플레이 흐름</vt:lpstr>
      <vt:lpstr>게임 정보 : 주요 시스템</vt:lpstr>
      <vt:lpstr>게임 정보 : 주요 시스템</vt:lpstr>
      <vt:lpstr>게임 정보 : 주요 시스템</vt:lpstr>
      <vt:lpstr>게임 정보</vt:lpstr>
      <vt:lpstr>공포 요소 구현</vt:lpstr>
      <vt:lpstr>게임 정보 : 주요 시스템</vt:lpstr>
      <vt:lpstr>인터페이스</vt:lpstr>
      <vt:lpstr>조작</vt:lpstr>
      <vt:lpstr>PowerPoint 프레젠테이션</vt:lpstr>
      <vt:lpstr>게임 정보 : 주요 시스템</vt:lpstr>
      <vt:lpstr>게임 정보 : 주요 시스템</vt:lpstr>
      <vt:lpstr>게임 정보 : 주요 시스템</vt:lpstr>
      <vt:lpstr>게임 정보 : 주요 시스템</vt:lpstr>
      <vt:lpstr>게임 정보 : 주요 시스템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승우 홍</dc:creator>
  <cp:lastModifiedBy>홍승우(2022184042)</cp:lastModifiedBy>
  <cp:revision>16</cp:revision>
  <dcterms:created xsi:type="dcterms:W3CDTF">2026-01-05T12:33:47Z</dcterms:created>
  <dcterms:modified xsi:type="dcterms:W3CDTF">2026-09-26T11:35:57Z</dcterms:modified>
</cp:coreProperties>
</file>