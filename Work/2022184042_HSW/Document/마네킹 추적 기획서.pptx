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F5F8BB-4979-4936-A25C-9341D30A6835}" v="11" dt="2026-09-15T07:24:38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우 홍" userId="c8139e8cfb087bbb" providerId="LiveId" clId="{11CC2239-993E-4E20-B205-55264FEB5C9C}"/>
    <pc:docChg chg="undo custSel addSld modSld">
      <pc:chgData name="승우 홍" userId="c8139e8cfb087bbb" providerId="LiveId" clId="{11CC2239-993E-4E20-B205-55264FEB5C9C}" dt="2026-09-15T07:24:45.458" v="347" actId="122"/>
      <pc:docMkLst>
        <pc:docMk/>
      </pc:docMkLst>
      <pc:sldChg chg="addSp delSp modSp mod">
        <pc:chgData name="승우 홍" userId="c8139e8cfb087bbb" providerId="LiveId" clId="{11CC2239-993E-4E20-B205-55264FEB5C9C}" dt="2026-09-15T07:21:26.310" v="211" actId="22"/>
        <pc:sldMkLst>
          <pc:docMk/>
          <pc:sldMk cId="3652687056" sldId="256"/>
        </pc:sldMkLst>
        <pc:spChg chg="add mod">
          <ac:chgData name="승우 홍" userId="c8139e8cfb087bbb" providerId="LiveId" clId="{11CC2239-993E-4E20-B205-55264FEB5C9C}" dt="2026-09-15T06:38:15.981" v="107" actId="1076"/>
          <ac:spMkLst>
            <pc:docMk/>
            <pc:sldMk cId="3652687056" sldId="256"/>
            <ac:spMk id="2" creationId="{F15A2474-F6DA-A6A7-D82C-CC92ED7C0932}"/>
          </ac:spMkLst>
        </pc:spChg>
        <pc:spChg chg="mod ord">
          <ac:chgData name="승우 홍" userId="c8139e8cfb087bbb" providerId="LiveId" clId="{11CC2239-993E-4E20-B205-55264FEB5C9C}" dt="2026-09-15T07:13:12.155" v="199" actId="1076"/>
          <ac:spMkLst>
            <pc:docMk/>
            <pc:sldMk cId="3652687056" sldId="256"/>
            <ac:spMk id="4" creationId="{CABABE46-6717-EA85-CED2-1D2210199483}"/>
          </ac:spMkLst>
        </pc:spChg>
        <pc:spChg chg="add mod">
          <ac:chgData name="승우 홍" userId="c8139e8cfb087bbb" providerId="LiveId" clId="{11CC2239-993E-4E20-B205-55264FEB5C9C}" dt="2026-09-15T07:13:50.299" v="207" actId="688"/>
          <ac:spMkLst>
            <pc:docMk/>
            <pc:sldMk cId="3652687056" sldId="256"/>
            <ac:spMk id="5" creationId="{E81C6747-057B-EF78-B955-EC8D786919A8}"/>
          </ac:spMkLst>
        </pc:spChg>
        <pc:spChg chg="mod ord">
          <ac:chgData name="승우 홍" userId="c8139e8cfb087bbb" providerId="LiveId" clId="{11CC2239-993E-4E20-B205-55264FEB5C9C}" dt="2026-09-15T07:13:12.155" v="199" actId="1076"/>
          <ac:spMkLst>
            <pc:docMk/>
            <pc:sldMk cId="3652687056" sldId="256"/>
            <ac:spMk id="6" creationId="{25E1B914-5438-3A74-ED0F-0CE0BA2996D4}"/>
          </ac:spMkLst>
        </pc:spChg>
        <pc:spChg chg="mod">
          <ac:chgData name="승우 홍" userId="c8139e8cfb087bbb" providerId="LiveId" clId="{11CC2239-993E-4E20-B205-55264FEB5C9C}" dt="2026-09-15T07:13:37.474" v="203" actId="1076"/>
          <ac:spMkLst>
            <pc:docMk/>
            <pc:sldMk cId="3652687056" sldId="256"/>
            <ac:spMk id="8" creationId="{C55B45CE-93DB-B3A8-3A0D-4B9E9AEDDA87}"/>
          </ac:spMkLst>
        </pc:spChg>
        <pc:spChg chg="add del">
          <ac:chgData name="승우 홍" userId="c8139e8cfb087bbb" providerId="LiveId" clId="{11CC2239-993E-4E20-B205-55264FEB5C9C}" dt="2026-09-15T07:21:26.310" v="211" actId="22"/>
          <ac:spMkLst>
            <pc:docMk/>
            <pc:sldMk cId="3652687056" sldId="256"/>
            <ac:spMk id="10" creationId="{C567D000-89B8-54ED-E61D-1FBD28ABBB84}"/>
          </ac:spMkLst>
        </pc:spChg>
        <pc:spChg chg="mod">
          <ac:chgData name="승우 홍" userId="c8139e8cfb087bbb" providerId="LiveId" clId="{11CC2239-993E-4E20-B205-55264FEB5C9C}" dt="2026-09-15T07:13:06.515" v="192" actId="688"/>
          <ac:spMkLst>
            <pc:docMk/>
            <pc:sldMk cId="3652687056" sldId="256"/>
            <ac:spMk id="11" creationId="{F4C233A7-B9AE-68CE-DF94-EF80FAA1B64D}"/>
          </ac:spMkLst>
        </pc:spChg>
        <pc:spChg chg="mod">
          <ac:chgData name="승우 홍" userId="c8139e8cfb087bbb" providerId="LiveId" clId="{11CC2239-993E-4E20-B205-55264FEB5C9C}" dt="2026-09-15T07:13:50.840" v="209" actId="688"/>
          <ac:spMkLst>
            <pc:docMk/>
            <pc:sldMk cId="3652687056" sldId="256"/>
            <ac:spMk id="12" creationId="{88E062BB-CD3D-1C31-136A-8BED42B47FAC}"/>
          </ac:spMkLst>
        </pc:spChg>
        <pc:spChg chg="mod">
          <ac:chgData name="승우 홍" userId="c8139e8cfb087bbb" providerId="LiveId" clId="{11CC2239-993E-4E20-B205-55264FEB5C9C}" dt="2026-09-15T07:13:11.923" v="198" actId="1076"/>
          <ac:spMkLst>
            <pc:docMk/>
            <pc:sldMk cId="3652687056" sldId="256"/>
            <ac:spMk id="18" creationId="{A9B02FB5-1D95-2E89-EFB6-FE36AC31DDEC}"/>
          </ac:spMkLst>
        </pc:spChg>
        <pc:spChg chg="mod">
          <ac:chgData name="승우 홍" userId="c8139e8cfb087bbb" providerId="LiveId" clId="{11CC2239-993E-4E20-B205-55264FEB5C9C}" dt="2026-09-15T07:13:05.251" v="188" actId="1076"/>
          <ac:spMkLst>
            <pc:docMk/>
            <pc:sldMk cId="3652687056" sldId="256"/>
            <ac:spMk id="20" creationId="{8A016F8B-ACA9-FAAD-46BB-EB0C2566DA01}"/>
          </ac:spMkLst>
        </pc:spChg>
        <pc:spChg chg="mod">
          <ac:chgData name="승우 홍" userId="c8139e8cfb087bbb" providerId="LiveId" clId="{11CC2239-993E-4E20-B205-55264FEB5C9C}" dt="2026-09-15T07:13:05.581" v="189" actId="1076"/>
          <ac:spMkLst>
            <pc:docMk/>
            <pc:sldMk cId="3652687056" sldId="256"/>
            <ac:spMk id="22" creationId="{581C088B-0907-DDDD-4ADA-3F919F49A41D}"/>
          </ac:spMkLst>
        </pc:spChg>
        <pc:spChg chg="mod">
          <ac:chgData name="승우 홍" userId="c8139e8cfb087bbb" providerId="LiveId" clId="{11CC2239-993E-4E20-B205-55264FEB5C9C}" dt="2026-09-15T07:13:10.927" v="194" actId="1076"/>
          <ac:spMkLst>
            <pc:docMk/>
            <pc:sldMk cId="3652687056" sldId="256"/>
            <ac:spMk id="24" creationId="{3690F426-7465-8FBE-DAFF-19CA1506F96D}"/>
          </ac:spMkLst>
        </pc:spChg>
        <pc:grpChg chg="add mod ord">
          <ac:chgData name="승우 홍" userId="c8139e8cfb087bbb" providerId="LiveId" clId="{11CC2239-993E-4E20-B205-55264FEB5C9C}" dt="2026-09-15T07:13:12.155" v="199" actId="1076"/>
          <ac:grpSpMkLst>
            <pc:docMk/>
            <pc:sldMk cId="3652687056" sldId="256"/>
            <ac:grpSpMk id="7" creationId="{3AC1F42E-6B67-130C-B1CC-112760D732F1}"/>
          </ac:grpSpMkLst>
        </pc:grpChg>
        <pc:grpChg chg="mod">
          <ac:chgData name="승우 홍" userId="c8139e8cfb087bbb" providerId="LiveId" clId="{11CC2239-993E-4E20-B205-55264FEB5C9C}" dt="2026-09-15T07:10:40.986" v="158" actId="164"/>
          <ac:grpSpMkLst>
            <pc:docMk/>
            <pc:sldMk cId="3652687056" sldId="256"/>
            <ac:grpSpMk id="17" creationId="{F787B0C2-C7CA-44F8-F82B-C8C3A45373BB}"/>
          </ac:grpSpMkLst>
        </pc:grpChg>
      </pc:sldChg>
      <pc:sldChg chg="addSp delSp modSp mod">
        <pc:chgData name="승우 홍" userId="c8139e8cfb087bbb" providerId="LiveId" clId="{11CC2239-993E-4E20-B205-55264FEB5C9C}" dt="2026-09-15T07:09:21.225" v="130" actId="1076"/>
        <pc:sldMkLst>
          <pc:docMk/>
          <pc:sldMk cId="1557524475" sldId="257"/>
        </pc:sldMkLst>
        <pc:spChg chg="add del mod">
          <ac:chgData name="승우 홍" userId="c8139e8cfb087bbb" providerId="LiveId" clId="{11CC2239-993E-4E20-B205-55264FEB5C9C}" dt="2026-09-15T07:08:51.911" v="114"/>
          <ac:spMkLst>
            <pc:docMk/>
            <pc:sldMk cId="1557524475" sldId="257"/>
            <ac:spMk id="2" creationId="{34E026CA-0D1A-DED2-CA75-5EF50A58DA15}"/>
          </ac:spMkLst>
        </pc:spChg>
        <pc:spChg chg="del">
          <ac:chgData name="승우 홍" userId="c8139e8cfb087bbb" providerId="LiveId" clId="{11CC2239-993E-4E20-B205-55264FEB5C9C}" dt="2026-09-15T06:34:40.510" v="104" actId="478"/>
          <ac:spMkLst>
            <pc:docMk/>
            <pc:sldMk cId="1557524475" sldId="257"/>
            <ac:spMk id="3" creationId="{E25AE101-B437-874B-B3B1-63BA63BC76B4}"/>
          </ac:spMkLst>
        </pc:spChg>
        <pc:spChg chg="add del">
          <ac:chgData name="승우 홍" userId="c8139e8cfb087bbb" providerId="LiveId" clId="{11CC2239-993E-4E20-B205-55264FEB5C9C}" dt="2026-09-15T07:08:51.911" v="114"/>
          <ac:spMkLst>
            <pc:docMk/>
            <pc:sldMk cId="1557524475" sldId="257"/>
            <ac:spMk id="4" creationId="{480937BA-B971-ABCC-DAEF-B067BE337956}"/>
          </ac:spMkLst>
        </pc:spChg>
        <pc:spChg chg="mod">
          <ac:chgData name="승우 홍" userId="c8139e8cfb087bbb" providerId="LiveId" clId="{11CC2239-993E-4E20-B205-55264FEB5C9C}" dt="2026-09-15T07:09:04.767" v="124" actId="14100"/>
          <ac:spMkLst>
            <pc:docMk/>
            <pc:sldMk cId="1557524475" sldId="257"/>
            <ac:spMk id="5" creationId="{2973B918-3F3F-814B-3C67-C1EEECA675B0}"/>
          </ac:spMkLst>
        </pc:spChg>
        <pc:spChg chg="add mod ord">
          <ac:chgData name="승우 홍" userId="c8139e8cfb087bbb" providerId="LiveId" clId="{11CC2239-993E-4E20-B205-55264FEB5C9C}" dt="2026-09-15T07:09:21.225" v="130" actId="1076"/>
          <ac:spMkLst>
            <pc:docMk/>
            <pc:sldMk cId="1557524475" sldId="257"/>
            <ac:spMk id="6" creationId="{7C9DFC38-08E6-9C60-5C46-4A9DA220FAE0}"/>
          </ac:spMkLst>
        </pc:spChg>
        <pc:spChg chg="add mod ord">
          <ac:chgData name="승우 홍" userId="c8139e8cfb087bbb" providerId="LiveId" clId="{11CC2239-993E-4E20-B205-55264FEB5C9C}" dt="2026-09-15T07:09:21.225" v="130" actId="1076"/>
          <ac:spMkLst>
            <pc:docMk/>
            <pc:sldMk cId="1557524475" sldId="257"/>
            <ac:spMk id="7" creationId="{99F32C3E-AE37-ABBA-C237-6DF97A33034A}"/>
          </ac:spMkLst>
        </pc:spChg>
        <pc:spChg chg="add mod">
          <ac:chgData name="승우 홍" userId="c8139e8cfb087bbb" providerId="LiveId" clId="{11CC2239-993E-4E20-B205-55264FEB5C9C}" dt="2026-09-15T07:09:03.204" v="122" actId="571"/>
          <ac:spMkLst>
            <pc:docMk/>
            <pc:sldMk cId="1557524475" sldId="257"/>
            <ac:spMk id="8" creationId="{6C5969D7-7F69-4BE6-F7D7-2BCA8B5C7B07}"/>
          </ac:spMkLst>
        </pc:spChg>
        <pc:spChg chg="add mod">
          <ac:chgData name="승우 홍" userId="c8139e8cfb087bbb" providerId="LiveId" clId="{11CC2239-993E-4E20-B205-55264FEB5C9C}" dt="2026-09-15T07:09:03.204" v="122" actId="571"/>
          <ac:spMkLst>
            <pc:docMk/>
            <pc:sldMk cId="1557524475" sldId="257"/>
            <ac:spMk id="9" creationId="{9E06123F-9BE4-188E-4437-688D2DF7F664}"/>
          </ac:spMkLst>
        </pc:spChg>
      </pc:sldChg>
      <pc:sldChg chg="addSp delSp modSp add mod">
        <pc:chgData name="승우 홍" userId="c8139e8cfb087bbb" providerId="LiveId" clId="{11CC2239-993E-4E20-B205-55264FEB5C9C}" dt="2026-09-15T07:24:45.458" v="347" actId="122"/>
        <pc:sldMkLst>
          <pc:docMk/>
          <pc:sldMk cId="966158879" sldId="258"/>
        </pc:sldMkLst>
        <pc:spChg chg="del">
          <ac:chgData name="승우 홍" userId="c8139e8cfb087bbb" providerId="LiveId" clId="{11CC2239-993E-4E20-B205-55264FEB5C9C}" dt="2026-09-15T07:21:47.418" v="227" actId="478"/>
          <ac:spMkLst>
            <pc:docMk/>
            <pc:sldMk cId="966158879" sldId="258"/>
            <ac:spMk id="2" creationId="{F5E2AEF2-C13A-2F61-5F99-3846B5F15505}"/>
          </ac:spMkLst>
        </pc:spChg>
        <pc:spChg chg="add mod">
          <ac:chgData name="승우 홍" userId="c8139e8cfb087bbb" providerId="LiveId" clId="{11CC2239-993E-4E20-B205-55264FEB5C9C}" dt="2026-09-15T07:24:31.690" v="342" actId="1076"/>
          <ac:spMkLst>
            <pc:docMk/>
            <pc:sldMk cId="966158879" sldId="258"/>
            <ac:spMk id="3" creationId="{184158E7-8144-C289-FE3E-CD5D1ABACC2D}"/>
          </ac:spMkLst>
        </pc:spChg>
        <pc:spChg chg="mod">
          <ac:chgData name="승우 홍" userId="c8139e8cfb087bbb" providerId="LiveId" clId="{11CC2239-993E-4E20-B205-55264FEB5C9C}" dt="2026-09-15T07:24:45.458" v="347" actId="122"/>
          <ac:spMkLst>
            <pc:docMk/>
            <pc:sldMk cId="966158879" sldId="258"/>
            <ac:spMk id="4" creationId="{AC162FF7-607E-7D1D-9B84-5F5E0B54512C}"/>
          </ac:spMkLst>
        </pc:spChg>
        <pc:spChg chg="del mod topLvl">
          <ac:chgData name="승우 홍" userId="c8139e8cfb087bbb" providerId="LiveId" clId="{11CC2239-993E-4E20-B205-55264FEB5C9C}" dt="2026-09-15T07:21:39.310" v="220" actId="478"/>
          <ac:spMkLst>
            <pc:docMk/>
            <pc:sldMk cId="966158879" sldId="258"/>
            <ac:spMk id="5" creationId="{5F2AD932-76AD-4A68-570F-AFBD050BB8CE}"/>
          </ac:spMkLst>
        </pc:spChg>
        <pc:spChg chg="mod">
          <ac:chgData name="승우 홍" userId="c8139e8cfb087bbb" providerId="LiveId" clId="{11CC2239-993E-4E20-B205-55264FEB5C9C}" dt="2026-09-15T07:22:30.596" v="269" actId="20577"/>
          <ac:spMkLst>
            <pc:docMk/>
            <pc:sldMk cId="966158879" sldId="258"/>
            <ac:spMk id="6" creationId="{ABBBFCA2-976C-AE8A-5253-3EC67945A4DB}"/>
          </ac:spMkLst>
        </pc:spChg>
        <pc:spChg chg="del mod topLvl">
          <ac:chgData name="승우 홍" userId="c8139e8cfb087bbb" providerId="LiveId" clId="{11CC2239-993E-4E20-B205-55264FEB5C9C}" dt="2026-09-15T07:21:38.922" v="219" actId="478"/>
          <ac:spMkLst>
            <pc:docMk/>
            <pc:sldMk cId="966158879" sldId="258"/>
            <ac:spMk id="8" creationId="{3B487BE7-DB88-661E-2716-F4A64A92ECFB}"/>
          </ac:spMkLst>
        </pc:spChg>
        <pc:spChg chg="add del mod">
          <ac:chgData name="승우 홍" userId="c8139e8cfb087bbb" providerId="LiveId" clId="{11CC2239-993E-4E20-B205-55264FEB5C9C}" dt="2026-09-15T07:24:39.541" v="346"/>
          <ac:spMkLst>
            <pc:docMk/>
            <pc:sldMk cId="966158879" sldId="258"/>
            <ac:spMk id="10" creationId="{F9F556B3-1CAE-B5E9-CCEE-940C23D2911C}"/>
          </ac:spMkLst>
        </pc:spChg>
        <pc:spChg chg="mod topLvl">
          <ac:chgData name="승우 홍" userId="c8139e8cfb087bbb" providerId="LiveId" clId="{11CC2239-993E-4E20-B205-55264FEB5C9C}" dt="2026-09-15T07:22:54.477" v="283" actId="6549"/>
          <ac:spMkLst>
            <pc:docMk/>
            <pc:sldMk cId="966158879" sldId="258"/>
            <ac:spMk id="11" creationId="{2D9A3C54-1AEB-016F-4C5C-01CB47E18E72}"/>
          </ac:spMkLst>
        </pc:spChg>
        <pc:spChg chg="del mod topLvl">
          <ac:chgData name="승우 홍" userId="c8139e8cfb087bbb" providerId="LiveId" clId="{11CC2239-993E-4E20-B205-55264FEB5C9C}" dt="2026-09-15T07:21:40.570" v="222" actId="478"/>
          <ac:spMkLst>
            <pc:docMk/>
            <pc:sldMk cId="966158879" sldId="258"/>
            <ac:spMk id="12" creationId="{B7873AF8-C631-D885-438B-4F528FC28590}"/>
          </ac:spMkLst>
        </pc:spChg>
        <pc:spChg chg="del mod topLvl">
          <ac:chgData name="승우 홍" userId="c8139e8cfb087bbb" providerId="LiveId" clId="{11CC2239-993E-4E20-B205-55264FEB5C9C}" dt="2026-09-15T07:21:39.973" v="221" actId="478"/>
          <ac:spMkLst>
            <pc:docMk/>
            <pc:sldMk cId="966158879" sldId="258"/>
            <ac:spMk id="15" creationId="{2362F921-8064-4697-ED02-DF78D3CB23F2}"/>
          </ac:spMkLst>
        </pc:spChg>
        <pc:spChg chg="del">
          <ac:chgData name="승우 홍" userId="c8139e8cfb087bbb" providerId="LiveId" clId="{11CC2239-993E-4E20-B205-55264FEB5C9C}" dt="2026-09-15T07:21:42.776" v="226" actId="478"/>
          <ac:spMkLst>
            <pc:docMk/>
            <pc:sldMk cId="966158879" sldId="258"/>
            <ac:spMk id="18" creationId="{E9B0A1C1-8C67-965B-B908-2CE73501887A}"/>
          </ac:spMkLst>
        </pc:spChg>
        <pc:spChg chg="del">
          <ac:chgData name="승우 홍" userId="c8139e8cfb087bbb" providerId="LiveId" clId="{11CC2239-993E-4E20-B205-55264FEB5C9C}" dt="2026-09-15T07:21:42.250" v="225" actId="478"/>
          <ac:spMkLst>
            <pc:docMk/>
            <pc:sldMk cId="966158879" sldId="258"/>
            <ac:spMk id="20" creationId="{BA00A5F4-CA1C-1DC8-8E27-2CCB727568DA}"/>
          </ac:spMkLst>
        </pc:spChg>
        <pc:spChg chg="del">
          <ac:chgData name="승우 홍" userId="c8139e8cfb087bbb" providerId="LiveId" clId="{11CC2239-993E-4E20-B205-55264FEB5C9C}" dt="2026-09-15T07:21:41.608" v="224" actId="478"/>
          <ac:spMkLst>
            <pc:docMk/>
            <pc:sldMk cId="966158879" sldId="258"/>
            <ac:spMk id="22" creationId="{C4759C43-1C17-02BB-6171-6D2D50E866B9}"/>
          </ac:spMkLst>
        </pc:spChg>
        <pc:spChg chg="del">
          <ac:chgData name="승우 홍" userId="c8139e8cfb087bbb" providerId="LiveId" clId="{11CC2239-993E-4E20-B205-55264FEB5C9C}" dt="2026-09-15T07:21:41.101" v="223" actId="478"/>
          <ac:spMkLst>
            <pc:docMk/>
            <pc:sldMk cId="966158879" sldId="258"/>
            <ac:spMk id="24" creationId="{16600B3D-FAD9-1A66-2190-F1A10F955DD3}"/>
          </ac:spMkLst>
        </pc:spChg>
        <pc:grpChg chg="del mod">
          <ac:chgData name="승우 홍" userId="c8139e8cfb087bbb" providerId="LiveId" clId="{11CC2239-993E-4E20-B205-55264FEB5C9C}" dt="2026-09-15T07:21:33.954" v="215" actId="165"/>
          <ac:grpSpMkLst>
            <pc:docMk/>
            <pc:sldMk cId="966158879" sldId="258"/>
            <ac:grpSpMk id="7" creationId="{CA821665-364C-9FCD-AF80-0D3E9CA5C1BD}"/>
          </ac:grpSpMkLst>
        </pc:grpChg>
        <pc:grpChg chg="del mod topLvl">
          <ac:chgData name="승우 홍" userId="c8139e8cfb087bbb" providerId="LiveId" clId="{11CC2239-993E-4E20-B205-55264FEB5C9C}" dt="2026-09-15T07:21:37.176" v="218" actId="165"/>
          <ac:grpSpMkLst>
            <pc:docMk/>
            <pc:sldMk cId="966158879" sldId="258"/>
            <ac:grpSpMk id="17" creationId="{F54168DF-671A-68BC-8AB2-C7F6DFAA9AE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84692-DB26-7ACA-9E97-367E26730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88C5A7-52A1-ACF2-3A3B-FC2C6B61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C69F54-E961-698D-30B4-04DCCFFE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E65794-4302-41BF-535E-D2D781A3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2BA22C-A1EC-2E80-DDD6-D73FB9DB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93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DA783-809D-18D3-3884-3CA591E6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5EF22-F589-62FB-1A85-35CB550A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B7EF24-D0E3-EE58-901D-4F2A55B9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5E8E8-7FBF-9E21-AB26-631538D3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232120-5563-BA76-C14A-52B3F918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96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81081-FAE1-08EA-16EA-9B1B3E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E1345C-0B43-0150-36DB-D1447676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F8E13-A56C-D5E0-B0DF-D5E85F4B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30A256-59DA-39CE-595B-586A8415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13055D-815F-A950-A07C-2D391EFB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34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B4C4F-A424-4163-A793-E39DBBFA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2E8F5B-9768-CA43-80DF-638049C08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3E9D28-C0D3-76DA-3A84-5756080D3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E660C0-0581-B4A7-2C25-47260D93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C1A736-A7CF-6740-420D-A9CDE03A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17BF3D-7343-4FFF-2AF5-F668740F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68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EF019-8849-B63D-C318-9FEAEAC9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E2DC8-007E-043C-3E0F-F20210868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C89B75-3B34-11AB-831E-97D101EA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FB57FF-B828-DA58-9718-8BCFE459D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726887-A922-D03D-9CCB-1EE75B296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9DFB2D-73D0-1867-59C9-B40EE933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8267D4-6807-24CC-39B7-9AE154CF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8E8CA6-8C64-A2D6-73CF-192698E7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28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053D09-E59E-5E20-C96F-236EF76E8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6FAA18-0C25-31A0-6EF7-C041DE86C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EF57A1-822F-E696-5B60-524AF606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AAAF0F-1C9E-431D-BE0A-670E4D200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13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FD8EF1-A107-50C6-E794-3B54AF5E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E06E4E-145C-02AC-E0E1-ABB0B380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E7CAC-1F60-E9FC-CD02-98534080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6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91948-2789-2FCF-8917-E9295E64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05E0D5-B973-1793-E222-BAB9D2AD2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6547C5-93C3-5D1B-B275-F01841542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5ABB50-4537-560B-E5F2-A00D2FD02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3C5E7C-9EC3-5874-C59F-67D184A2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287B08-07E0-49C1-3E7B-59A19831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97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C9FAB-10DC-636C-B6F1-F314E69E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2E916B9-048E-F305-9A94-8C20028B6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44A19D-8834-1696-6D8A-B445C873B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DFEB29-8C25-9037-CE7B-9EE35DFB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95BCB9-17AA-37F1-5849-AA693594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69EE60-5A9B-FF6E-C058-12E3FD6E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246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04F1D-3983-77C8-A23E-8BC69EEF4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FA4F68-5D0C-C917-7236-A57AAD275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8EE90A-8813-7E4B-E7B6-844768D71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7D0718-9FB7-1F37-D924-A1654B9C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1D6B6F-DFAE-8D04-2A37-609A53A6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1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F54CAF-2120-47E5-2E6F-BE928BB56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AFE160-D1A7-48B6-28CA-5F20A92EA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D2C10A-4C65-3BA0-E0EF-78A5684A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B3716-15B6-6CA0-F8D2-4849326E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FB8364-EC9D-A7C3-70A9-DB6A4473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37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9F914C-2392-F592-D222-9F89D318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4135C1-17E3-9FD2-3A7C-11D3F1316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63EB3D-1726-E538-E2E4-85FD99E32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858A1-BD58-4329-A758-8E5E0BD323A8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D92BD1-819A-9221-A184-19519B930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9410D-276C-2949-76F4-9030DE55E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3C45E-B5F1-486E-9ADB-FCA51DC33E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18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7E2F40E-FDB1-AB56-09D1-750337975EEA}"/>
              </a:ext>
            </a:extLst>
          </p:cNvPr>
          <p:cNvCxnSpPr>
            <a:cxnSpLocks/>
          </p:cNvCxnSpPr>
          <p:nvPr/>
        </p:nvCxnSpPr>
        <p:spPr>
          <a:xfrm>
            <a:off x="8105491" y="2333886"/>
            <a:ext cx="3029869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BAB4DFA-0EE2-AB5E-CC3D-501A8F26EC0A}"/>
              </a:ext>
            </a:extLst>
          </p:cNvPr>
          <p:cNvCxnSpPr>
            <a:cxnSpLocks/>
          </p:cNvCxnSpPr>
          <p:nvPr/>
        </p:nvCxnSpPr>
        <p:spPr>
          <a:xfrm>
            <a:off x="7762240" y="3167416"/>
            <a:ext cx="337312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4BD4E0B-3B85-94C3-5B2B-348E20854765}"/>
              </a:ext>
            </a:extLst>
          </p:cNvPr>
          <p:cNvCxnSpPr>
            <a:cxnSpLocks/>
          </p:cNvCxnSpPr>
          <p:nvPr/>
        </p:nvCxnSpPr>
        <p:spPr>
          <a:xfrm>
            <a:off x="8105491" y="4000946"/>
            <a:ext cx="3029869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CABABE46-6717-EA85-CED2-1D2210199483}"/>
              </a:ext>
            </a:extLst>
          </p:cNvPr>
          <p:cNvSpPr>
            <a:spLocks noChangeAspect="1"/>
          </p:cNvSpPr>
          <p:nvPr/>
        </p:nvSpPr>
        <p:spPr>
          <a:xfrm>
            <a:off x="374213" y="484213"/>
            <a:ext cx="6108970" cy="610897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5E1B914-5438-3A74-ED0F-0CE0BA2996D4}"/>
              </a:ext>
            </a:extLst>
          </p:cNvPr>
          <p:cNvSpPr>
            <a:spLocks noChangeAspect="1"/>
          </p:cNvSpPr>
          <p:nvPr/>
        </p:nvSpPr>
        <p:spPr>
          <a:xfrm>
            <a:off x="2509181" y="2645120"/>
            <a:ext cx="1839034" cy="18390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AC1F42E-6B67-130C-B1CC-112760D732F1}"/>
              </a:ext>
            </a:extLst>
          </p:cNvPr>
          <p:cNvGrpSpPr/>
          <p:nvPr/>
        </p:nvGrpSpPr>
        <p:grpSpPr>
          <a:xfrm rot="21308291">
            <a:off x="652149" y="1490536"/>
            <a:ext cx="5435270" cy="4056496"/>
            <a:chOff x="2484498" y="1207149"/>
            <a:chExt cx="5435270" cy="405649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787B0C2-C7CA-44F8-F82B-C8C3A45373BB}"/>
                </a:ext>
              </a:extLst>
            </p:cNvPr>
            <p:cNvGrpSpPr/>
            <p:nvPr/>
          </p:nvGrpSpPr>
          <p:grpSpPr>
            <a:xfrm rot="5807767">
              <a:off x="2858187" y="833460"/>
              <a:ext cx="4056496" cy="4803874"/>
              <a:chOff x="4067752" y="1262945"/>
              <a:chExt cx="4056496" cy="4803874"/>
            </a:xfrm>
          </p:grpSpPr>
          <p:sp>
            <p:nvSpPr>
              <p:cNvPr id="11" name="막힌 원호 10">
                <a:extLst>
                  <a:ext uri="{FF2B5EF4-FFF2-40B4-BE49-F238E27FC236}">
                    <a16:creationId xmlns:a16="http://schemas.microsoft.com/office/drawing/2014/main" id="{F4C233A7-B9AE-68CE-DF94-EF80FAA1B64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067752" y="1262945"/>
                <a:ext cx="4056496" cy="4056496"/>
              </a:xfrm>
              <a:prstGeom prst="blockArc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88E062BB-CD3D-1C31-136A-8BED42B47FAC}"/>
                  </a:ext>
                </a:extLst>
              </p:cNvPr>
              <p:cNvSpPr/>
              <p:nvPr/>
            </p:nvSpPr>
            <p:spPr>
              <a:xfrm>
                <a:off x="4974077" y="3774091"/>
                <a:ext cx="2243846" cy="2292728"/>
              </a:xfrm>
              <a:prstGeom prst="triangle">
                <a:avLst/>
              </a:pr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화살표: 아래쪽 14">
                <a:extLst>
                  <a:ext uri="{FF2B5EF4-FFF2-40B4-BE49-F238E27FC236}">
                    <a16:creationId xmlns:a16="http://schemas.microsoft.com/office/drawing/2014/main" id="{81BF90AE-EECE-FF54-70AC-6EFA26889C2A}"/>
                  </a:ext>
                </a:extLst>
              </p:cNvPr>
              <p:cNvSpPr/>
              <p:nvPr/>
            </p:nvSpPr>
            <p:spPr>
              <a:xfrm>
                <a:off x="5944411" y="3368040"/>
                <a:ext cx="303178" cy="1923806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55B45CE-93DB-B3A8-3A0D-4B9E9AEDDA8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083942">
                <a:off x="5905175" y="3144916"/>
                <a:ext cx="395594" cy="8356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E81C6747-057B-EF78-B955-EC8D786919A8}"/>
                </a:ext>
              </a:extLst>
            </p:cNvPr>
            <p:cNvSpPr/>
            <p:nvPr/>
          </p:nvSpPr>
          <p:spPr>
            <a:xfrm rot="16646834">
              <a:off x="5651481" y="2343437"/>
              <a:ext cx="2243846" cy="2292728"/>
            </a:xfrm>
            <a:prstGeom prst="triangl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A9B02FB5-1D95-2E89-EFB6-FE36AC31DDEC}"/>
              </a:ext>
            </a:extLst>
          </p:cNvPr>
          <p:cNvSpPr/>
          <p:nvPr/>
        </p:nvSpPr>
        <p:spPr>
          <a:xfrm>
            <a:off x="2176835" y="4891801"/>
            <a:ext cx="370342" cy="5948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8A016F8B-ACA9-FAAD-46BB-EB0C2566DA01}"/>
              </a:ext>
            </a:extLst>
          </p:cNvPr>
          <p:cNvSpPr/>
          <p:nvPr/>
        </p:nvSpPr>
        <p:spPr>
          <a:xfrm>
            <a:off x="1559890" y="2050310"/>
            <a:ext cx="370342" cy="5948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581C088B-0907-DDDD-4ADA-3F919F49A41D}"/>
              </a:ext>
            </a:extLst>
          </p:cNvPr>
          <p:cNvSpPr/>
          <p:nvPr/>
        </p:nvSpPr>
        <p:spPr>
          <a:xfrm>
            <a:off x="800654" y="2796998"/>
            <a:ext cx="370342" cy="5948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3690F426-7465-8FBE-DAFF-19CA1506F96D}"/>
              </a:ext>
            </a:extLst>
          </p:cNvPr>
          <p:cNvSpPr/>
          <p:nvPr/>
        </p:nvSpPr>
        <p:spPr>
          <a:xfrm>
            <a:off x="884071" y="3692530"/>
            <a:ext cx="370342" cy="5948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250BFB6-3631-37E6-0C3D-9ABCCDB7F631}"/>
              </a:ext>
            </a:extLst>
          </p:cNvPr>
          <p:cNvGrpSpPr/>
          <p:nvPr/>
        </p:nvGrpSpPr>
        <p:grpSpPr>
          <a:xfrm>
            <a:off x="6822127" y="2163575"/>
            <a:ext cx="2548647" cy="3924930"/>
            <a:chOff x="6822127" y="704705"/>
            <a:chExt cx="2548647" cy="392493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15A2474-F6DA-A6A7-D82C-CC92ED7C0932}"/>
                </a:ext>
              </a:extLst>
            </p:cNvPr>
            <p:cNvSpPr txBox="1"/>
            <p:nvPr/>
          </p:nvSpPr>
          <p:spPr>
            <a:xfrm>
              <a:off x="6822127" y="704705"/>
              <a:ext cx="2095445" cy="31393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highlight>
                    <a:srgbClr val="00FFFF"/>
                  </a:highlight>
                </a:rPr>
                <a:t>범위내 배회</a:t>
              </a:r>
              <a:endParaRPr lang="en-US" altLang="ko-KR" dirty="0">
                <a:highlight>
                  <a:srgbClr val="00FFFF"/>
                </a:highlight>
              </a:endParaRPr>
            </a:p>
            <a:p>
              <a:r>
                <a:rPr lang="ko-KR" altLang="en-US" sz="1200" dirty="0"/>
                <a:t>전체 밀도 조절</a:t>
              </a:r>
              <a:endParaRPr lang="en-US" altLang="ko-KR" sz="1200" dirty="0"/>
            </a:p>
            <a:p>
              <a:endParaRPr lang="en-US" altLang="ko-KR" sz="1200" dirty="0"/>
            </a:p>
            <a:p>
              <a:endParaRPr lang="en-US" altLang="ko-KR" sz="1200" dirty="0"/>
            </a:p>
            <a:p>
              <a:r>
                <a:rPr lang="ko-KR" altLang="en-US" dirty="0">
                  <a:highlight>
                    <a:srgbClr val="00FF00"/>
                  </a:highlight>
                </a:rPr>
                <a:t>분산 추적</a:t>
              </a:r>
              <a:endParaRPr lang="en-US" altLang="ko-KR" dirty="0">
                <a:highlight>
                  <a:srgbClr val="00FF00"/>
                </a:highlight>
              </a:endParaRPr>
            </a:p>
            <a:p>
              <a:r>
                <a:rPr lang="ko-KR" altLang="en-US" sz="1200" dirty="0"/>
                <a:t>이동 방향 마네킹 밀도 상승</a:t>
              </a:r>
              <a:endParaRPr lang="en-US" altLang="ko-KR" sz="1200" dirty="0"/>
            </a:p>
            <a:p>
              <a:r>
                <a:rPr lang="ko-KR" altLang="en-US" sz="1200" dirty="0"/>
                <a:t>추격 밀도 조절</a:t>
              </a:r>
              <a:endParaRPr lang="en-US" altLang="ko-KR" sz="1200" dirty="0"/>
            </a:p>
            <a:p>
              <a:endParaRPr lang="ko-KR" altLang="en-US" sz="1200" dirty="0">
                <a:highlight>
                  <a:srgbClr val="FF0000"/>
                </a:highlight>
              </a:endParaRPr>
            </a:p>
            <a:p>
              <a:r>
                <a:rPr lang="ko-KR" altLang="en-US" dirty="0">
                  <a:highlight>
                    <a:srgbClr val="FF0000"/>
                  </a:highlight>
                </a:rPr>
                <a:t>무조건 추적</a:t>
              </a:r>
              <a:endParaRPr lang="en-US" altLang="ko-KR" dirty="0"/>
            </a:p>
            <a:p>
              <a:r>
                <a:rPr lang="ko-KR" altLang="en-US" sz="1200" dirty="0"/>
                <a:t>추격 긴장감 유지</a:t>
              </a:r>
              <a:endParaRPr lang="en-US" altLang="ko-KR" sz="1200" dirty="0"/>
            </a:p>
            <a:p>
              <a:endParaRPr lang="en-US" altLang="ko-KR" sz="1200" dirty="0">
                <a:highlight>
                  <a:srgbClr val="00FFFF"/>
                </a:highlight>
              </a:endParaRPr>
            </a:p>
            <a:p>
              <a:endParaRPr lang="en-US" altLang="ko-KR" sz="1200" dirty="0">
                <a:highlight>
                  <a:srgbClr val="00FFFF"/>
                </a:highlight>
              </a:endParaRPr>
            </a:p>
            <a:p>
              <a:r>
                <a:rPr lang="ko-KR" altLang="en-US" dirty="0">
                  <a:highlight>
                    <a:srgbClr val="FFFF00"/>
                  </a:highlight>
                </a:rPr>
                <a:t>시야 범위</a:t>
              </a:r>
              <a:endParaRPr lang="en-US" altLang="ko-KR" dirty="0">
                <a:highlight>
                  <a:srgbClr val="FFFF00"/>
                </a:highlight>
              </a:endParaRPr>
            </a:p>
            <a:p>
              <a:r>
                <a:rPr lang="en-US" altLang="ko-KR" dirty="0">
                  <a:highlight>
                    <a:srgbClr val="FFFF00"/>
                  </a:highlight>
                </a:rPr>
                <a:t>(</a:t>
              </a:r>
              <a:r>
                <a:rPr lang="ko-KR" altLang="en-US" dirty="0">
                  <a:highlight>
                    <a:srgbClr val="FFFF00"/>
                  </a:highlight>
                </a:rPr>
                <a:t>카메라 방향</a:t>
              </a:r>
              <a:r>
                <a:rPr lang="en-US" altLang="ko-KR" dirty="0">
                  <a:highlight>
                    <a:srgbClr val="FFFF00"/>
                  </a:highlight>
                </a:rPr>
                <a:t>)</a:t>
              </a:r>
            </a:p>
          </p:txBody>
        </p:sp>
        <p:sp>
          <p:nvSpPr>
            <p:cNvPr id="3" name="화살표: 왼쪽 2">
              <a:extLst>
                <a:ext uri="{FF2B5EF4-FFF2-40B4-BE49-F238E27FC236}">
                  <a16:creationId xmlns:a16="http://schemas.microsoft.com/office/drawing/2014/main" id="{935B8A12-99BC-DFE2-0F51-EB3BC1409D17}"/>
                </a:ext>
              </a:extLst>
            </p:cNvPr>
            <p:cNvSpPr/>
            <p:nvPr/>
          </p:nvSpPr>
          <p:spPr>
            <a:xfrm>
              <a:off x="6822127" y="3955089"/>
              <a:ext cx="2548647" cy="674546"/>
            </a:xfrm>
            <a:prstGeom prst="lef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플레이어</a:t>
              </a:r>
              <a:r>
                <a:rPr lang="en-US" altLang="ko-KR" sz="1600" dirty="0"/>
                <a:t> </a:t>
              </a:r>
              <a:r>
                <a:rPr lang="ko-KR" altLang="en-US" sz="1600" dirty="0"/>
                <a:t>이동방향</a:t>
              </a:r>
            </a:p>
          </p:txBody>
        </p:sp>
      </p:grp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C13AFCF9-4826-FC05-8BC6-AB6B2F212D06}"/>
              </a:ext>
            </a:extLst>
          </p:cNvPr>
          <p:cNvSpPr/>
          <p:nvPr/>
        </p:nvSpPr>
        <p:spPr>
          <a:xfrm flipV="1">
            <a:off x="10228420" y="2163575"/>
            <a:ext cx="484632" cy="1962637"/>
          </a:xfrm>
          <a:prstGeom prst="downArrow">
            <a:avLst/>
          </a:prstGeom>
          <a:gradFill>
            <a:gsLst>
              <a:gs pos="100000">
                <a:srgbClr val="00B0F0"/>
              </a:gs>
              <a:gs pos="54000">
                <a:srgbClr val="92D050"/>
              </a:gs>
              <a:gs pos="0">
                <a:srgbClr val="FF000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7A15A521-B94A-231A-1A34-1AF43704A9C7}"/>
              </a:ext>
            </a:extLst>
          </p:cNvPr>
          <p:cNvSpPr/>
          <p:nvPr/>
        </p:nvSpPr>
        <p:spPr>
          <a:xfrm>
            <a:off x="8800724" y="1989641"/>
            <a:ext cx="484632" cy="2165326"/>
          </a:xfrm>
          <a:prstGeom prst="downArrow">
            <a:avLst/>
          </a:prstGeom>
          <a:gradFill>
            <a:gsLst>
              <a:gs pos="0">
                <a:srgbClr val="00B0F0"/>
              </a:gs>
              <a:gs pos="54000">
                <a:srgbClr val="92D050"/>
              </a:gs>
              <a:gs pos="100000">
                <a:srgbClr val="FF000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CC64B2-6BE2-0AA2-F00F-40B361A6E598}"/>
              </a:ext>
            </a:extLst>
          </p:cNvPr>
          <p:cNvSpPr txBox="1"/>
          <p:nvPr/>
        </p:nvSpPr>
        <p:spPr>
          <a:xfrm>
            <a:off x="8463280" y="1257592"/>
            <a:ext cx="1189749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목적지</a:t>
            </a:r>
            <a:endParaRPr lang="en-US" altLang="ko-KR" dirty="0"/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즉시</a:t>
            </a:r>
            <a:r>
              <a:rPr lang="ko-KR" altLang="en-US" dirty="0"/>
              <a:t> 변경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618520-3715-00D5-589F-E24F678CBD4B}"/>
              </a:ext>
            </a:extLst>
          </p:cNvPr>
          <p:cNvSpPr txBox="1"/>
          <p:nvPr/>
        </p:nvSpPr>
        <p:spPr>
          <a:xfrm>
            <a:off x="9719569" y="1266391"/>
            <a:ext cx="1502334" cy="64633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목적지</a:t>
            </a:r>
            <a:endParaRPr lang="en-US" altLang="ko-KR" dirty="0"/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도착 후</a:t>
            </a:r>
            <a:r>
              <a:rPr lang="ko-KR" altLang="en-US" dirty="0"/>
              <a:t> 변경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4A88E243-946C-1FF4-BE78-0870E8C7A147}"/>
              </a:ext>
            </a:extLst>
          </p:cNvPr>
          <p:cNvSpPr>
            <a:spLocks noChangeAspect="1"/>
          </p:cNvSpPr>
          <p:nvPr/>
        </p:nvSpPr>
        <p:spPr>
          <a:xfrm>
            <a:off x="3445822" y="3168364"/>
            <a:ext cx="395594" cy="83561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CB2CBE0-5F8B-7F6D-100E-65B5FEC0028D}"/>
              </a:ext>
            </a:extLst>
          </p:cNvPr>
          <p:cNvSpPr/>
          <p:nvPr/>
        </p:nvSpPr>
        <p:spPr>
          <a:xfrm>
            <a:off x="8463279" y="730649"/>
            <a:ext cx="2758623" cy="457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영역 간 이동 처리</a:t>
            </a:r>
          </a:p>
        </p:txBody>
      </p:sp>
    </p:spTree>
    <p:extLst>
      <p:ext uri="{BB962C8B-B14F-4D97-AF65-F5344CB8AC3E}">
        <p14:creationId xmlns:p14="http://schemas.microsoft.com/office/powerpoint/2010/main" val="3652687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F53C-07E9-D590-5C28-E98A08D1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855881A-253B-DB07-3BE1-5A99357A4B53}"/>
              </a:ext>
            </a:extLst>
          </p:cNvPr>
          <p:cNvSpPr>
            <a:spLocks noChangeAspect="1"/>
          </p:cNvSpPr>
          <p:nvPr/>
        </p:nvSpPr>
        <p:spPr>
          <a:xfrm>
            <a:off x="583062" y="564850"/>
            <a:ext cx="4892268" cy="4892268"/>
          </a:xfrm>
          <a:prstGeom prst="ellips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64FA073-496E-7956-BFEE-41309C49E228}"/>
              </a:ext>
            </a:extLst>
          </p:cNvPr>
          <p:cNvSpPr>
            <a:spLocks noChangeAspect="1"/>
          </p:cNvSpPr>
          <p:nvPr/>
        </p:nvSpPr>
        <p:spPr>
          <a:xfrm>
            <a:off x="2292816" y="2295377"/>
            <a:ext cx="1472760" cy="1472760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9135224-90EE-3230-A961-1549644B57D4}"/>
              </a:ext>
            </a:extLst>
          </p:cNvPr>
          <p:cNvGrpSpPr/>
          <p:nvPr/>
        </p:nvGrpSpPr>
        <p:grpSpPr>
          <a:xfrm rot="21308291">
            <a:off x="805642" y="1370747"/>
            <a:ext cx="4352746" cy="3248578"/>
            <a:chOff x="2484498" y="1207149"/>
            <a:chExt cx="5435270" cy="405649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9072AD4-CCFE-9F8F-4006-D19745B55FB1}"/>
                </a:ext>
              </a:extLst>
            </p:cNvPr>
            <p:cNvGrpSpPr/>
            <p:nvPr/>
          </p:nvGrpSpPr>
          <p:grpSpPr>
            <a:xfrm rot="5807767">
              <a:off x="2858187" y="833460"/>
              <a:ext cx="4056496" cy="4803874"/>
              <a:chOff x="4067752" y="1262945"/>
              <a:chExt cx="4056496" cy="4803874"/>
            </a:xfrm>
          </p:grpSpPr>
          <p:sp>
            <p:nvSpPr>
              <p:cNvPr id="11" name="막힌 원호 10">
                <a:extLst>
                  <a:ext uri="{FF2B5EF4-FFF2-40B4-BE49-F238E27FC236}">
                    <a16:creationId xmlns:a16="http://schemas.microsoft.com/office/drawing/2014/main" id="{45A1E20B-D0BE-6D91-7558-EEF8429756D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067752" y="1262945"/>
                <a:ext cx="4056496" cy="4056496"/>
              </a:xfrm>
              <a:prstGeom prst="blockArc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442527AF-EF88-2FD3-60C6-74AF689F1568}"/>
                  </a:ext>
                </a:extLst>
              </p:cNvPr>
              <p:cNvSpPr/>
              <p:nvPr/>
            </p:nvSpPr>
            <p:spPr>
              <a:xfrm>
                <a:off x="4974077" y="3774091"/>
                <a:ext cx="2243846" cy="2292728"/>
              </a:xfrm>
              <a:prstGeom prst="triangle">
                <a:avLst/>
              </a:prstGeom>
              <a:solidFill>
                <a:srgbClr val="FFFF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화살표: 아래쪽 14">
                <a:extLst>
                  <a:ext uri="{FF2B5EF4-FFF2-40B4-BE49-F238E27FC236}">
                    <a16:creationId xmlns:a16="http://schemas.microsoft.com/office/drawing/2014/main" id="{EA76CD6B-83A3-E009-3F88-F5B885203FE2}"/>
                  </a:ext>
                </a:extLst>
              </p:cNvPr>
              <p:cNvSpPr/>
              <p:nvPr/>
            </p:nvSpPr>
            <p:spPr>
              <a:xfrm>
                <a:off x="5944411" y="3368040"/>
                <a:ext cx="303178" cy="1923806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757F273-C384-B1AE-8C0F-C1662728922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083942">
                <a:off x="5905175" y="3144916"/>
                <a:ext cx="395594" cy="8356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E951F41F-1EBB-A41F-BBD4-C3334F6EB743}"/>
                </a:ext>
              </a:extLst>
            </p:cNvPr>
            <p:cNvSpPr/>
            <p:nvPr/>
          </p:nvSpPr>
          <p:spPr>
            <a:xfrm rot="16646834">
              <a:off x="5651481" y="2343437"/>
              <a:ext cx="2243846" cy="2292728"/>
            </a:xfrm>
            <a:prstGeom prst="triangle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DD307B47-F849-5A94-A5C7-690F5AB4D2F1}"/>
              </a:ext>
            </a:extLst>
          </p:cNvPr>
          <p:cNvSpPr/>
          <p:nvPr/>
        </p:nvSpPr>
        <p:spPr>
          <a:xfrm>
            <a:off x="1803877" y="1689863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6D3216C2-965B-9218-1BCB-55D95242A2D7}"/>
              </a:ext>
            </a:extLst>
          </p:cNvPr>
          <p:cNvSpPr/>
          <p:nvPr/>
        </p:nvSpPr>
        <p:spPr>
          <a:xfrm>
            <a:off x="2144525" y="1617376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D6EF3444-C945-D6E5-2187-81A6D7E31631}"/>
              </a:ext>
            </a:extLst>
          </p:cNvPr>
          <p:cNvSpPr/>
          <p:nvPr/>
        </p:nvSpPr>
        <p:spPr>
          <a:xfrm>
            <a:off x="1941381" y="1724435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B81AE0D6-0E8F-2664-752D-A3C87B439CD4}"/>
              </a:ext>
            </a:extLst>
          </p:cNvPr>
          <p:cNvSpPr/>
          <p:nvPr/>
        </p:nvSpPr>
        <p:spPr>
          <a:xfrm>
            <a:off x="1821956" y="1972071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11D5D2E-766F-8C40-2BC8-554B8C00067D}"/>
              </a:ext>
            </a:extLst>
          </p:cNvPr>
          <p:cNvSpPr>
            <a:spLocks noChangeAspect="1"/>
          </p:cNvSpPr>
          <p:nvPr/>
        </p:nvSpPr>
        <p:spPr>
          <a:xfrm>
            <a:off x="3042909" y="2714408"/>
            <a:ext cx="316805" cy="6691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CED36900-A3A5-8A07-5D67-D60E3FFA6B03}"/>
              </a:ext>
            </a:extLst>
          </p:cNvPr>
          <p:cNvSpPr/>
          <p:nvPr/>
        </p:nvSpPr>
        <p:spPr>
          <a:xfrm>
            <a:off x="2187290" y="1875349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65793C-973F-8381-9073-070890DEFFC7}"/>
              </a:ext>
            </a:extLst>
          </p:cNvPr>
          <p:cNvSpPr txBox="1"/>
          <p:nvPr/>
        </p:nvSpPr>
        <p:spPr>
          <a:xfrm>
            <a:off x="553285" y="5593383"/>
            <a:ext cx="4979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플레이어</a:t>
            </a:r>
            <a:r>
              <a:rPr lang="en-US" altLang="ko-KR" dirty="0"/>
              <a:t> </a:t>
            </a:r>
            <a:r>
              <a:rPr lang="ko-KR" altLang="en-US" dirty="0"/>
              <a:t>이동방향</a:t>
            </a:r>
            <a:r>
              <a:rPr lang="en-US" altLang="ko-KR" dirty="0"/>
              <a:t> </a:t>
            </a:r>
            <a:r>
              <a:rPr lang="ko-KR" altLang="en-US" dirty="0"/>
              <a:t>전방에 추적 영역을 높여</a:t>
            </a:r>
            <a:endParaRPr lang="en-US" altLang="ko-KR" dirty="0"/>
          </a:p>
          <a:p>
            <a:r>
              <a:rPr lang="ko-KR" altLang="en-US" dirty="0"/>
              <a:t>마네킹의 밀집도를 상승시켜 조우 횟수를 증가</a:t>
            </a:r>
            <a:endParaRPr lang="en-US" altLang="ko-KR" dirty="0"/>
          </a:p>
          <a:p>
            <a:r>
              <a:rPr lang="en-US" altLang="ko-KR" dirty="0"/>
              <a:t>&gt;</a:t>
            </a:r>
            <a:r>
              <a:rPr lang="ko-KR" altLang="en-US" dirty="0"/>
              <a:t>자연스러운 </a:t>
            </a:r>
            <a:r>
              <a:rPr lang="ko-KR" altLang="en-US" dirty="0" err="1"/>
              <a:t>점프스케어</a:t>
            </a:r>
            <a:r>
              <a:rPr lang="ko-KR" altLang="en-US" dirty="0"/>
              <a:t> 효과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5096770-04FD-25E5-D421-E112EC1D64DD}"/>
              </a:ext>
            </a:extLst>
          </p:cNvPr>
          <p:cNvGrpSpPr/>
          <p:nvPr/>
        </p:nvGrpSpPr>
        <p:grpSpPr>
          <a:xfrm>
            <a:off x="6597638" y="1499013"/>
            <a:ext cx="1249680" cy="693804"/>
            <a:chOff x="6913266" y="2062307"/>
            <a:chExt cx="1249680" cy="693804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A671418-5077-1BCE-43DC-34758EFA54F9}"/>
                </a:ext>
              </a:extLst>
            </p:cNvPr>
            <p:cNvSpPr/>
            <p:nvPr/>
          </p:nvSpPr>
          <p:spPr>
            <a:xfrm>
              <a:off x="6913266" y="2321191"/>
              <a:ext cx="1249680" cy="43492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이등변 삼각형 27">
              <a:extLst>
                <a:ext uri="{FF2B5EF4-FFF2-40B4-BE49-F238E27FC236}">
                  <a16:creationId xmlns:a16="http://schemas.microsoft.com/office/drawing/2014/main" id="{5C2BD7DD-1BD3-B910-D4B8-20B5582B09FE}"/>
                </a:ext>
              </a:extLst>
            </p:cNvPr>
            <p:cNvSpPr/>
            <p:nvPr/>
          </p:nvSpPr>
          <p:spPr>
            <a:xfrm>
              <a:off x="7389815" y="2062307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63F2328-6F0E-DF47-1113-E46CBD4C5BFE}"/>
              </a:ext>
            </a:extLst>
          </p:cNvPr>
          <p:cNvSpPr txBox="1"/>
          <p:nvPr/>
        </p:nvSpPr>
        <p:spPr>
          <a:xfrm>
            <a:off x="6093056" y="411089"/>
            <a:ext cx="4517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추적하는 마네킹의 경로가 동일하여</a:t>
            </a:r>
            <a:endParaRPr lang="en-US" altLang="ko-KR" dirty="0"/>
          </a:p>
          <a:p>
            <a:r>
              <a:rPr lang="ko-KR" altLang="en-US" dirty="0"/>
              <a:t>꼬리잡기 식 플레이로 변질될 가능성 우려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1ECAD44-9354-D563-7F54-5FF3A0E6DCE8}"/>
              </a:ext>
            </a:extLst>
          </p:cNvPr>
          <p:cNvGrpSpPr/>
          <p:nvPr/>
        </p:nvGrpSpPr>
        <p:grpSpPr>
          <a:xfrm>
            <a:off x="6597638" y="3640038"/>
            <a:ext cx="1249680" cy="693804"/>
            <a:chOff x="9003594" y="1910656"/>
            <a:chExt cx="1249680" cy="693804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0D1B710-0B23-A8BE-1081-1F08E8D45965}"/>
                </a:ext>
              </a:extLst>
            </p:cNvPr>
            <p:cNvSpPr/>
            <p:nvPr/>
          </p:nvSpPr>
          <p:spPr>
            <a:xfrm>
              <a:off x="9003594" y="2169540"/>
              <a:ext cx="1249680" cy="43492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1F3365A5-9276-BFB4-0DF2-FFCBAB88A2DA}"/>
                </a:ext>
              </a:extLst>
            </p:cNvPr>
            <p:cNvSpPr/>
            <p:nvPr/>
          </p:nvSpPr>
          <p:spPr>
            <a:xfrm>
              <a:off x="9108761" y="1974114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이등변 삼각형 57">
              <a:extLst>
                <a:ext uri="{FF2B5EF4-FFF2-40B4-BE49-F238E27FC236}">
                  <a16:creationId xmlns:a16="http://schemas.microsoft.com/office/drawing/2014/main" id="{3096F07E-7624-3EA0-3F67-C75E0DBC2ECF}"/>
                </a:ext>
              </a:extLst>
            </p:cNvPr>
            <p:cNvSpPr/>
            <p:nvPr/>
          </p:nvSpPr>
          <p:spPr>
            <a:xfrm>
              <a:off x="9480143" y="1910656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59D22F40-C11B-5030-1BB0-803BEC6ABF67}"/>
                </a:ext>
              </a:extLst>
            </p:cNvPr>
            <p:cNvSpPr/>
            <p:nvPr/>
          </p:nvSpPr>
          <p:spPr>
            <a:xfrm>
              <a:off x="9318068" y="2086014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이등변 삼각형 63">
              <a:extLst>
                <a:ext uri="{FF2B5EF4-FFF2-40B4-BE49-F238E27FC236}">
                  <a16:creationId xmlns:a16="http://schemas.microsoft.com/office/drawing/2014/main" id="{B5AF95E1-8D21-3904-CECA-AA4C171359F9}"/>
                </a:ext>
              </a:extLst>
            </p:cNvPr>
            <p:cNvSpPr/>
            <p:nvPr/>
          </p:nvSpPr>
          <p:spPr>
            <a:xfrm>
              <a:off x="9642218" y="1974114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이등변 삼각형 66">
              <a:extLst>
                <a:ext uri="{FF2B5EF4-FFF2-40B4-BE49-F238E27FC236}">
                  <a16:creationId xmlns:a16="http://schemas.microsoft.com/office/drawing/2014/main" id="{C7C62975-B8D6-7DF7-95DB-2CAA4D8A0AAF}"/>
                </a:ext>
              </a:extLst>
            </p:cNvPr>
            <p:cNvSpPr/>
            <p:nvPr/>
          </p:nvSpPr>
          <p:spPr>
            <a:xfrm>
              <a:off x="9790509" y="2096048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1C97A9CD-6F55-D02F-7BF1-A54C2CEC0DFB}"/>
              </a:ext>
            </a:extLst>
          </p:cNvPr>
          <p:cNvSpPr txBox="1"/>
          <p:nvPr/>
        </p:nvSpPr>
        <p:spPr>
          <a:xfrm>
            <a:off x="6093056" y="2504825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마네킹의 주변 범위에</a:t>
            </a:r>
            <a:endParaRPr lang="en-US" altLang="ko-KR" dirty="0"/>
          </a:p>
          <a:p>
            <a:r>
              <a:rPr lang="ko-KR" altLang="en-US" dirty="0"/>
              <a:t>밀집도를 판단하여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535D0FB-89EC-D775-0F9F-878D82A6A7D7}"/>
              </a:ext>
            </a:extLst>
          </p:cNvPr>
          <p:cNvSpPr txBox="1"/>
          <p:nvPr/>
        </p:nvSpPr>
        <p:spPr>
          <a:xfrm>
            <a:off x="6093056" y="4607863"/>
            <a:ext cx="282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일정 수 이상의 마네킹이 </a:t>
            </a:r>
            <a:endParaRPr lang="en-US" altLang="ko-KR" dirty="0"/>
          </a:p>
          <a:p>
            <a:r>
              <a:rPr lang="ko-KR" altLang="en-US" dirty="0"/>
              <a:t>밀집한 경우</a:t>
            </a: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C44FDFBE-4256-CEB5-2FDF-6B4DA53213AF}"/>
              </a:ext>
            </a:extLst>
          </p:cNvPr>
          <p:cNvGrpSpPr>
            <a:grpSpLocks noChangeAspect="1"/>
          </p:cNvGrpSpPr>
          <p:nvPr/>
        </p:nvGrpSpPr>
        <p:grpSpPr>
          <a:xfrm>
            <a:off x="9380436" y="1462895"/>
            <a:ext cx="2940154" cy="2940154"/>
            <a:chOff x="9263481" y="1804711"/>
            <a:chExt cx="3248578" cy="3248578"/>
          </a:xfrm>
        </p:grpSpPr>
        <p:sp>
          <p:nvSpPr>
            <p:cNvPr id="75" name="막힌 원호 74">
              <a:extLst>
                <a:ext uri="{FF2B5EF4-FFF2-40B4-BE49-F238E27FC236}">
                  <a16:creationId xmlns:a16="http://schemas.microsoft.com/office/drawing/2014/main" id="{B14514DE-0878-FEAB-5F2F-F511FBFA5A3E}"/>
                </a:ext>
              </a:extLst>
            </p:cNvPr>
            <p:cNvSpPr>
              <a:spLocks noChangeAspect="1"/>
            </p:cNvSpPr>
            <p:nvPr/>
          </p:nvSpPr>
          <p:spPr>
            <a:xfrm rot="5516058" flipV="1">
              <a:off x="9263481" y="1804711"/>
              <a:ext cx="3248578" cy="3248578"/>
            </a:xfrm>
            <a:prstGeom prst="blockArc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9" name="이등변 삼각형 78">
              <a:extLst>
                <a:ext uri="{FF2B5EF4-FFF2-40B4-BE49-F238E27FC236}">
                  <a16:creationId xmlns:a16="http://schemas.microsoft.com/office/drawing/2014/main" id="{777EEA27-903B-A926-A1C9-5704A582B0D0}"/>
                </a:ext>
              </a:extLst>
            </p:cNvPr>
            <p:cNvSpPr/>
            <p:nvPr/>
          </p:nvSpPr>
          <p:spPr>
            <a:xfrm>
              <a:off x="9662453" y="2092298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이등변 삼각형 79">
              <a:extLst>
                <a:ext uri="{FF2B5EF4-FFF2-40B4-BE49-F238E27FC236}">
                  <a16:creationId xmlns:a16="http://schemas.microsoft.com/office/drawing/2014/main" id="{12766E7A-327C-27F3-EED1-ADED95174DA2}"/>
                </a:ext>
              </a:extLst>
            </p:cNvPr>
            <p:cNvSpPr/>
            <p:nvPr/>
          </p:nvSpPr>
          <p:spPr>
            <a:xfrm>
              <a:off x="10003101" y="2019811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이등변 삼각형 80">
              <a:extLst>
                <a:ext uri="{FF2B5EF4-FFF2-40B4-BE49-F238E27FC236}">
                  <a16:creationId xmlns:a16="http://schemas.microsoft.com/office/drawing/2014/main" id="{B2329575-1AEE-58E3-B822-474A5EFA88B8}"/>
                </a:ext>
              </a:extLst>
            </p:cNvPr>
            <p:cNvSpPr/>
            <p:nvPr/>
          </p:nvSpPr>
          <p:spPr>
            <a:xfrm>
              <a:off x="9799957" y="2126870"/>
              <a:ext cx="296582" cy="476344"/>
            </a:xfrm>
            <a:prstGeom prst="triangl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chemeClr val="accent1">
                  <a:shade val="15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이등변 삼각형 81">
              <a:extLst>
                <a:ext uri="{FF2B5EF4-FFF2-40B4-BE49-F238E27FC236}">
                  <a16:creationId xmlns:a16="http://schemas.microsoft.com/office/drawing/2014/main" id="{C186213C-9530-D30A-A694-3180A3F32E14}"/>
                </a:ext>
              </a:extLst>
            </p:cNvPr>
            <p:cNvSpPr/>
            <p:nvPr/>
          </p:nvSpPr>
          <p:spPr>
            <a:xfrm>
              <a:off x="9680532" y="2374506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이등변 삼각형 82">
              <a:extLst>
                <a:ext uri="{FF2B5EF4-FFF2-40B4-BE49-F238E27FC236}">
                  <a16:creationId xmlns:a16="http://schemas.microsoft.com/office/drawing/2014/main" id="{8DAB7244-FC46-9233-F5C8-33C6A14AEF34}"/>
                </a:ext>
              </a:extLst>
            </p:cNvPr>
            <p:cNvSpPr/>
            <p:nvPr/>
          </p:nvSpPr>
          <p:spPr>
            <a:xfrm>
              <a:off x="10045866" y="2277784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이등변 삼각형 86">
              <a:extLst>
                <a:ext uri="{FF2B5EF4-FFF2-40B4-BE49-F238E27FC236}">
                  <a16:creationId xmlns:a16="http://schemas.microsoft.com/office/drawing/2014/main" id="{BDA79EE2-5F99-9B37-2713-7C77697B4706}"/>
                </a:ext>
              </a:extLst>
            </p:cNvPr>
            <p:cNvSpPr/>
            <p:nvPr/>
          </p:nvSpPr>
          <p:spPr>
            <a:xfrm>
              <a:off x="9927896" y="3948601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AC82BAE7-1F51-DA0A-D161-BDD0BEBC0775}"/>
                </a:ext>
              </a:extLst>
            </p:cNvPr>
            <p:cNvCxnSpPr>
              <a:cxnSpLocks/>
              <a:stCxn id="81" idx="3"/>
              <a:endCxn id="87" idx="1"/>
            </p:cNvCxnSpPr>
            <p:nvPr/>
          </p:nvCxnSpPr>
          <p:spPr>
            <a:xfrm>
              <a:off x="9948248" y="2603214"/>
              <a:ext cx="53794" cy="158355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0D21E79-C001-6F4D-C68C-6A4F33C5DED8}"/>
              </a:ext>
            </a:extLst>
          </p:cNvPr>
          <p:cNvSpPr txBox="1"/>
          <p:nvPr/>
        </p:nvSpPr>
        <p:spPr>
          <a:xfrm>
            <a:off x="9061350" y="4607863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분산 추적 범위 내</a:t>
            </a:r>
            <a:endParaRPr lang="en-US" altLang="ko-KR" dirty="0"/>
          </a:p>
          <a:p>
            <a:r>
              <a:rPr lang="ko-KR" altLang="en-US" dirty="0"/>
              <a:t>랜덤 위치로 이동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E5B8F2D-F212-0CC6-26F1-7E670E4BA4BF}"/>
              </a:ext>
            </a:extLst>
          </p:cNvPr>
          <p:cNvSpPr txBox="1"/>
          <p:nvPr/>
        </p:nvSpPr>
        <p:spPr>
          <a:xfrm>
            <a:off x="6029096" y="5593383"/>
            <a:ext cx="4979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전방 밀도를 유지하여 조우 가능성을 유지하며</a:t>
            </a:r>
            <a:endParaRPr lang="en-US" altLang="ko-KR" dirty="0"/>
          </a:p>
          <a:p>
            <a:r>
              <a:rPr lang="ko-KR" altLang="en-US" dirty="0"/>
              <a:t>마네킹 뭉침 완화</a:t>
            </a:r>
          </a:p>
        </p:txBody>
      </p:sp>
    </p:spTree>
    <p:extLst>
      <p:ext uri="{BB962C8B-B14F-4D97-AF65-F5344CB8AC3E}">
        <p14:creationId xmlns:p14="http://schemas.microsoft.com/office/powerpoint/2010/main" val="2632325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196C5-590B-FEB1-29A6-B79804CD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0B4B5CAF-9F2E-C67D-0C91-805C7D1D158B}"/>
              </a:ext>
            </a:extLst>
          </p:cNvPr>
          <p:cNvSpPr>
            <a:spLocks noChangeAspect="1"/>
          </p:cNvSpPr>
          <p:nvPr/>
        </p:nvSpPr>
        <p:spPr>
          <a:xfrm>
            <a:off x="583062" y="1050987"/>
            <a:ext cx="4892268" cy="4892268"/>
          </a:xfrm>
          <a:prstGeom prst="ellipse">
            <a:avLst/>
          </a:pr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78D9CF4-85CF-A4C9-7BD2-67BD009E71E5}"/>
              </a:ext>
            </a:extLst>
          </p:cNvPr>
          <p:cNvSpPr>
            <a:spLocks noChangeAspect="1"/>
          </p:cNvSpPr>
          <p:nvPr/>
        </p:nvSpPr>
        <p:spPr>
          <a:xfrm>
            <a:off x="2292816" y="2781514"/>
            <a:ext cx="1472760" cy="14727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4ED43A40-629C-4BEB-5ECC-F3182751D6A9}"/>
              </a:ext>
            </a:extLst>
          </p:cNvPr>
          <p:cNvSpPr/>
          <p:nvPr/>
        </p:nvSpPr>
        <p:spPr>
          <a:xfrm>
            <a:off x="3858900" y="3078685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408B83D0-BE06-E5D5-1F19-09167024927C}"/>
              </a:ext>
            </a:extLst>
          </p:cNvPr>
          <p:cNvSpPr/>
          <p:nvPr/>
        </p:nvSpPr>
        <p:spPr>
          <a:xfrm>
            <a:off x="4139495" y="2943917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BFAF9228-F5C2-0D25-4694-E0D3E3476C4A}"/>
              </a:ext>
            </a:extLst>
          </p:cNvPr>
          <p:cNvSpPr/>
          <p:nvPr/>
        </p:nvSpPr>
        <p:spPr>
          <a:xfrm>
            <a:off x="4123618" y="3384990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732664E6-A9CA-FB8B-B8E4-6F3AE4863F50}"/>
              </a:ext>
            </a:extLst>
          </p:cNvPr>
          <p:cNvSpPr/>
          <p:nvPr/>
        </p:nvSpPr>
        <p:spPr>
          <a:xfrm>
            <a:off x="3468994" y="3106130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3BA5C0A-E4A6-014A-7B89-D82A7D4D6F67}"/>
              </a:ext>
            </a:extLst>
          </p:cNvPr>
          <p:cNvSpPr>
            <a:spLocks noChangeAspect="1"/>
          </p:cNvSpPr>
          <p:nvPr/>
        </p:nvSpPr>
        <p:spPr>
          <a:xfrm>
            <a:off x="3042909" y="3200545"/>
            <a:ext cx="316805" cy="66918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731FFDEE-66B5-1634-1858-3A091A109FDE}"/>
              </a:ext>
            </a:extLst>
          </p:cNvPr>
          <p:cNvSpPr/>
          <p:nvPr/>
        </p:nvSpPr>
        <p:spPr>
          <a:xfrm>
            <a:off x="3726486" y="3230489"/>
            <a:ext cx="296582" cy="47634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840083-080E-C1E5-E09B-9AC5FF4653CA}"/>
              </a:ext>
            </a:extLst>
          </p:cNvPr>
          <p:cNvSpPr txBox="1"/>
          <p:nvPr/>
        </p:nvSpPr>
        <p:spPr>
          <a:xfrm>
            <a:off x="5849249" y="706214"/>
            <a:ext cx="583525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플레이어와</a:t>
            </a:r>
            <a:r>
              <a:rPr lang="en-US" altLang="ko-KR" dirty="0"/>
              <a:t> </a:t>
            </a:r>
            <a:r>
              <a:rPr lang="ko-KR" altLang="en-US" dirty="0"/>
              <a:t>가까운 마네킹들은 무조건적인 추적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이동 중 일정 거리 이내의 마네킹들이 추격하여</a:t>
            </a:r>
            <a:endParaRPr lang="en-US" altLang="ko-KR" dirty="0"/>
          </a:p>
          <a:p>
            <a:r>
              <a:rPr lang="ko-KR" altLang="en-US" dirty="0"/>
              <a:t>긴장감을 유지할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파트너의 시야를 통해서 정지하여</a:t>
            </a:r>
            <a:endParaRPr lang="en-US" altLang="ko-KR" dirty="0"/>
          </a:p>
          <a:p>
            <a:r>
              <a:rPr lang="ko-KR" altLang="en-US" dirty="0"/>
              <a:t>플레이어의 이동 과정을 통해</a:t>
            </a:r>
            <a:r>
              <a:rPr lang="en-US" altLang="ko-KR" dirty="0"/>
              <a:t> </a:t>
            </a:r>
            <a:r>
              <a:rPr lang="ko-KR" altLang="en-US" dirty="0"/>
              <a:t>랜덤 범위로 넘어갈 경우</a:t>
            </a:r>
            <a:endParaRPr lang="en-US" altLang="ko-KR" dirty="0"/>
          </a:p>
          <a:p>
            <a:r>
              <a:rPr lang="ko-KR" altLang="en-US" dirty="0"/>
              <a:t>분산되어 전체 분포를 유지함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이로 인해 체감하는 마네킹 수가</a:t>
            </a:r>
            <a:endParaRPr lang="en-US" altLang="ko-KR" dirty="0"/>
          </a:p>
          <a:p>
            <a:r>
              <a:rPr lang="ko-KR" altLang="en-US" dirty="0"/>
              <a:t>실제 마네킹 수 보다 높을 것이라 기대 중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CBE2E75-85E4-F30C-BADA-137B5A8F8160}"/>
              </a:ext>
            </a:extLst>
          </p:cNvPr>
          <p:cNvGrpSpPr/>
          <p:nvPr/>
        </p:nvGrpSpPr>
        <p:grpSpPr>
          <a:xfrm rot="21308291">
            <a:off x="805642" y="1856884"/>
            <a:ext cx="4352746" cy="3248578"/>
            <a:chOff x="2484498" y="1207149"/>
            <a:chExt cx="5435270" cy="405649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4EFF718D-D7C1-B2E5-56A9-829F0ED93535}"/>
                </a:ext>
              </a:extLst>
            </p:cNvPr>
            <p:cNvGrpSpPr/>
            <p:nvPr/>
          </p:nvGrpSpPr>
          <p:grpSpPr>
            <a:xfrm rot="5807767">
              <a:off x="2858187" y="833460"/>
              <a:ext cx="4056496" cy="4803874"/>
              <a:chOff x="4067752" y="1262945"/>
              <a:chExt cx="4056496" cy="4803874"/>
            </a:xfrm>
          </p:grpSpPr>
          <p:sp>
            <p:nvSpPr>
              <p:cNvPr id="11" name="막힌 원호 10">
                <a:extLst>
                  <a:ext uri="{FF2B5EF4-FFF2-40B4-BE49-F238E27FC236}">
                    <a16:creationId xmlns:a16="http://schemas.microsoft.com/office/drawing/2014/main" id="{3AFE6B1D-915F-2E1B-6307-CFB4A66970C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V="1">
                <a:off x="4067752" y="1262945"/>
                <a:ext cx="4056496" cy="4056496"/>
              </a:xfrm>
              <a:prstGeom prst="blockArc">
                <a:avLst/>
              </a:prstGeom>
              <a:solidFill>
                <a:srgbClr val="00B05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167EC0DE-F139-59F7-711D-8384E4DB6E43}"/>
                  </a:ext>
                </a:extLst>
              </p:cNvPr>
              <p:cNvSpPr/>
              <p:nvPr/>
            </p:nvSpPr>
            <p:spPr>
              <a:xfrm>
                <a:off x="4974077" y="3774091"/>
                <a:ext cx="2243846" cy="2292728"/>
              </a:xfrm>
              <a:prstGeom prst="triangle">
                <a:avLst/>
              </a:prstGeom>
              <a:solidFill>
                <a:srgbClr val="FFFF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화살표: 아래쪽 14">
                <a:extLst>
                  <a:ext uri="{FF2B5EF4-FFF2-40B4-BE49-F238E27FC236}">
                    <a16:creationId xmlns:a16="http://schemas.microsoft.com/office/drawing/2014/main" id="{CC40DCA2-0A8A-F468-9E21-39FFA3792A4F}"/>
                  </a:ext>
                </a:extLst>
              </p:cNvPr>
              <p:cNvSpPr/>
              <p:nvPr/>
            </p:nvSpPr>
            <p:spPr>
              <a:xfrm>
                <a:off x="5944411" y="3368040"/>
                <a:ext cx="303178" cy="1923806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428E4261-2CBE-BFC4-29D9-CCCBD50D5A2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083942">
                <a:off x="5905175" y="3144916"/>
                <a:ext cx="395594" cy="835612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" name="이등변 삼각형 4">
              <a:extLst>
                <a:ext uri="{FF2B5EF4-FFF2-40B4-BE49-F238E27FC236}">
                  <a16:creationId xmlns:a16="http://schemas.microsoft.com/office/drawing/2014/main" id="{17708E65-4702-6CBA-E635-229D38661CFC}"/>
                </a:ext>
              </a:extLst>
            </p:cNvPr>
            <p:cNvSpPr/>
            <p:nvPr/>
          </p:nvSpPr>
          <p:spPr>
            <a:xfrm rot="16646834">
              <a:off x="5651481" y="2343437"/>
              <a:ext cx="2243846" cy="2292728"/>
            </a:xfrm>
            <a:prstGeom prst="triangle">
              <a:avLst/>
            </a:prstGeom>
            <a:solidFill>
              <a:srgbClr val="FFFF00">
                <a:alpha val="6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3BEF470-2240-13EE-57A0-B985454E386D}"/>
              </a:ext>
            </a:extLst>
          </p:cNvPr>
          <p:cNvGrpSpPr>
            <a:grpSpLocks noChangeAspect="1"/>
          </p:cNvGrpSpPr>
          <p:nvPr/>
        </p:nvGrpSpPr>
        <p:grpSpPr>
          <a:xfrm>
            <a:off x="5849249" y="4394046"/>
            <a:ext cx="1835154" cy="1835154"/>
            <a:chOff x="583062" y="564850"/>
            <a:chExt cx="4892268" cy="4892268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88A9B736-863B-BD14-54AE-16839830B4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062" y="564850"/>
              <a:ext cx="4892268" cy="4892268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현 2">
              <a:extLst>
                <a:ext uri="{FF2B5EF4-FFF2-40B4-BE49-F238E27FC236}">
                  <a16:creationId xmlns:a16="http://schemas.microsoft.com/office/drawing/2014/main" id="{4A50093F-9E43-03A9-7F30-D184F8DECB57}"/>
                </a:ext>
              </a:extLst>
            </p:cNvPr>
            <p:cNvSpPr>
              <a:spLocks noChangeAspect="1"/>
            </p:cNvSpPr>
            <p:nvPr/>
          </p:nvSpPr>
          <p:spPr>
            <a:xfrm rot="5516058" flipV="1">
              <a:off x="1404906" y="1402276"/>
              <a:ext cx="3248578" cy="3248578"/>
            </a:xfrm>
            <a:prstGeom prst="chord">
              <a:avLst>
                <a:gd name="adj1" fmla="val 10727000"/>
                <a:gd name="adj2" fmla="val 6696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3829B679-81F5-4024-27D2-C6EA86CE0A0F}"/>
                </a:ext>
              </a:extLst>
            </p:cNvPr>
            <p:cNvSpPr/>
            <p:nvPr/>
          </p:nvSpPr>
          <p:spPr>
            <a:xfrm rot="5516058">
              <a:off x="826698" y="2064478"/>
              <a:ext cx="1796947" cy="1836093"/>
            </a:xfrm>
            <a:prstGeom prst="triangl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화살표: 아래쪽 12">
              <a:extLst>
                <a:ext uri="{FF2B5EF4-FFF2-40B4-BE49-F238E27FC236}">
                  <a16:creationId xmlns:a16="http://schemas.microsoft.com/office/drawing/2014/main" id="{9038E64B-00A9-5ACC-0A15-781C3826C720}"/>
                </a:ext>
              </a:extLst>
            </p:cNvPr>
            <p:cNvSpPr/>
            <p:nvPr/>
          </p:nvSpPr>
          <p:spPr>
            <a:xfrm rot="5516058">
              <a:off x="2076406" y="2228162"/>
              <a:ext cx="242795" cy="1540648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현 15">
              <a:extLst>
                <a:ext uri="{FF2B5EF4-FFF2-40B4-BE49-F238E27FC236}">
                  <a16:creationId xmlns:a16="http://schemas.microsoft.com/office/drawing/2014/main" id="{B2B89433-C62D-F5CE-C9B0-43F48E123D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92816" y="2295377"/>
              <a:ext cx="1472760" cy="1472760"/>
            </a:xfrm>
            <a:prstGeom prst="chord">
              <a:avLst>
                <a:gd name="adj1" fmla="val 16450632"/>
                <a:gd name="adj2" fmla="val 552999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AB1E12B3-4822-B3CC-BF1F-15FC64B02121}"/>
                </a:ext>
              </a:extLst>
            </p:cNvPr>
            <p:cNvSpPr/>
            <p:nvPr/>
          </p:nvSpPr>
          <p:spPr>
            <a:xfrm>
              <a:off x="3858900" y="2592548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60CB99F1-A566-A241-9F02-7D48E2507375}"/>
                </a:ext>
              </a:extLst>
            </p:cNvPr>
            <p:cNvSpPr/>
            <p:nvPr/>
          </p:nvSpPr>
          <p:spPr>
            <a:xfrm>
              <a:off x="4139495" y="2457780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이등변 삼각형 24">
              <a:extLst>
                <a:ext uri="{FF2B5EF4-FFF2-40B4-BE49-F238E27FC236}">
                  <a16:creationId xmlns:a16="http://schemas.microsoft.com/office/drawing/2014/main" id="{17724921-0236-FB4B-F04C-AF0EE54248F8}"/>
                </a:ext>
              </a:extLst>
            </p:cNvPr>
            <p:cNvSpPr/>
            <p:nvPr/>
          </p:nvSpPr>
          <p:spPr>
            <a:xfrm>
              <a:off x="4123618" y="2898853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이등변 삼각형 25">
              <a:extLst>
                <a:ext uri="{FF2B5EF4-FFF2-40B4-BE49-F238E27FC236}">
                  <a16:creationId xmlns:a16="http://schemas.microsoft.com/office/drawing/2014/main" id="{A5C83B3C-46B0-A636-FD9F-F9F1C266E09E}"/>
                </a:ext>
              </a:extLst>
            </p:cNvPr>
            <p:cNvSpPr/>
            <p:nvPr/>
          </p:nvSpPr>
          <p:spPr>
            <a:xfrm>
              <a:off x="3468994" y="2619993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이등변 삼각형 26">
              <a:extLst>
                <a:ext uri="{FF2B5EF4-FFF2-40B4-BE49-F238E27FC236}">
                  <a16:creationId xmlns:a16="http://schemas.microsoft.com/office/drawing/2014/main" id="{F2629DE2-F3FB-995F-CF33-C5B18B2B7480}"/>
                </a:ext>
              </a:extLst>
            </p:cNvPr>
            <p:cNvSpPr/>
            <p:nvPr/>
          </p:nvSpPr>
          <p:spPr>
            <a:xfrm>
              <a:off x="3726486" y="2744352"/>
              <a:ext cx="296582" cy="47634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36049D47-2945-C864-43C0-9F469D18641F}"/>
                </a:ext>
              </a:extLst>
            </p:cNvPr>
            <p:cNvSpPr/>
            <p:nvPr/>
          </p:nvSpPr>
          <p:spPr>
            <a:xfrm rot="16355125">
              <a:off x="3354608" y="2173345"/>
              <a:ext cx="1796947" cy="1836093"/>
            </a:xfrm>
            <a:prstGeom prst="triangle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" name="현 29">
              <a:extLst>
                <a:ext uri="{FF2B5EF4-FFF2-40B4-BE49-F238E27FC236}">
                  <a16:creationId xmlns:a16="http://schemas.microsoft.com/office/drawing/2014/main" id="{AD4C1611-6C6E-39DB-0FB7-A71E942E08C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690942" y="2651906"/>
              <a:ext cx="777094" cy="777094"/>
            </a:xfrm>
            <a:prstGeom prst="chord">
              <a:avLst>
                <a:gd name="adj1" fmla="val 16450632"/>
                <a:gd name="adj2" fmla="val 552999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83A6190-876D-3DF8-79E0-D639D860BE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53279" y="2690212"/>
              <a:ext cx="316805" cy="66918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77FF6F3-7106-C261-AE5B-18E7CCDA96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2909" y="2714408"/>
              <a:ext cx="316805" cy="66918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BD71EE0-35A2-4252-AC32-92585F0B6AF8}"/>
              </a:ext>
            </a:extLst>
          </p:cNvPr>
          <p:cNvSpPr txBox="1"/>
          <p:nvPr/>
        </p:nvSpPr>
        <p:spPr>
          <a:xfrm>
            <a:off x="7859415" y="4977781"/>
            <a:ext cx="3825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맵 제작 후 테스트와 </a:t>
            </a:r>
            <a:r>
              <a:rPr lang="ko-KR" altLang="en-US" dirty="0" err="1"/>
              <a:t>밸런싱을</a:t>
            </a:r>
            <a:r>
              <a:rPr lang="ko-KR" altLang="en-US" dirty="0"/>
              <a:t> 통해</a:t>
            </a:r>
            <a:endParaRPr lang="en-US" altLang="ko-KR" dirty="0"/>
          </a:p>
          <a:p>
            <a:r>
              <a:rPr lang="ko-KR" altLang="en-US" dirty="0"/>
              <a:t>각 영역의 범위 조정이 필수</a:t>
            </a:r>
          </a:p>
        </p:txBody>
      </p:sp>
    </p:spTree>
    <p:extLst>
      <p:ext uri="{BB962C8B-B14F-4D97-AF65-F5344CB8AC3E}">
        <p14:creationId xmlns:p14="http://schemas.microsoft.com/office/powerpoint/2010/main" val="380214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그룹 31">
            <a:extLst>
              <a:ext uri="{FF2B5EF4-FFF2-40B4-BE49-F238E27FC236}">
                <a16:creationId xmlns:a16="http://schemas.microsoft.com/office/drawing/2014/main" id="{B52860D9-D34F-19F7-FFDE-AB2F928F8156}"/>
              </a:ext>
            </a:extLst>
          </p:cNvPr>
          <p:cNvGrpSpPr>
            <a:grpSpLocks noChangeAspect="1"/>
          </p:cNvGrpSpPr>
          <p:nvPr/>
        </p:nvGrpSpPr>
        <p:grpSpPr>
          <a:xfrm>
            <a:off x="-161965" y="-763743"/>
            <a:ext cx="6745512" cy="6745512"/>
            <a:chOff x="-1224388" y="-1234440"/>
            <a:chExt cx="9326880" cy="932688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7302346-9F17-3F26-F238-ED417E0438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2235" y="484213"/>
              <a:ext cx="6108970" cy="610897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9C5CC7D2-A21E-736A-CEC3-06E235A4FC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17203" y="2645120"/>
              <a:ext cx="1839034" cy="183903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35754AB1-91EB-7A29-3340-B904DE720B05}"/>
                </a:ext>
              </a:extLst>
            </p:cNvPr>
            <p:cNvGrpSpPr/>
            <p:nvPr/>
          </p:nvGrpSpPr>
          <p:grpSpPr>
            <a:xfrm rot="21308291">
              <a:off x="1460171" y="1471080"/>
              <a:ext cx="5435270" cy="4056496"/>
              <a:chOff x="2484498" y="1207149"/>
              <a:chExt cx="5435270" cy="4056496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BDADBB2E-F969-8355-2278-361A9D08F6FD}"/>
                  </a:ext>
                </a:extLst>
              </p:cNvPr>
              <p:cNvGrpSpPr/>
              <p:nvPr/>
            </p:nvGrpSpPr>
            <p:grpSpPr>
              <a:xfrm rot="5807767">
                <a:off x="2858187" y="833460"/>
                <a:ext cx="4056496" cy="4803873"/>
                <a:chOff x="4067752" y="1262946"/>
                <a:chExt cx="4056496" cy="4803873"/>
              </a:xfrm>
            </p:grpSpPr>
            <p:sp>
              <p:nvSpPr>
                <p:cNvPr id="7" name="막힌 원호 6">
                  <a:extLst>
                    <a:ext uri="{FF2B5EF4-FFF2-40B4-BE49-F238E27FC236}">
                      <a16:creationId xmlns:a16="http://schemas.microsoft.com/office/drawing/2014/main" id="{AC635C76-5331-2ADA-07B2-7AA089ED9C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V="1">
                  <a:off x="4067752" y="1262946"/>
                  <a:ext cx="4056496" cy="4056496"/>
                </a:xfrm>
                <a:prstGeom prst="blockArc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이등변 삼각형 7">
                  <a:extLst>
                    <a:ext uri="{FF2B5EF4-FFF2-40B4-BE49-F238E27FC236}">
                      <a16:creationId xmlns:a16="http://schemas.microsoft.com/office/drawing/2014/main" id="{96FDAEC8-79B7-B5A9-2033-84394B9F5AB6}"/>
                    </a:ext>
                  </a:extLst>
                </p:cNvPr>
                <p:cNvSpPr/>
                <p:nvPr/>
              </p:nvSpPr>
              <p:spPr>
                <a:xfrm>
                  <a:off x="4974077" y="3774091"/>
                  <a:ext cx="2243846" cy="2292728"/>
                </a:xfrm>
                <a:prstGeom prst="triangle">
                  <a:avLst/>
                </a:prstGeom>
                <a:solidFill>
                  <a:srgbClr val="FFFF0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9" name="화살표: 아래쪽 8">
                  <a:extLst>
                    <a:ext uri="{FF2B5EF4-FFF2-40B4-BE49-F238E27FC236}">
                      <a16:creationId xmlns:a16="http://schemas.microsoft.com/office/drawing/2014/main" id="{9584EFA3-ACDB-8A92-DB39-C1FA769A6F92}"/>
                    </a:ext>
                  </a:extLst>
                </p:cNvPr>
                <p:cNvSpPr/>
                <p:nvPr/>
              </p:nvSpPr>
              <p:spPr>
                <a:xfrm>
                  <a:off x="5944411" y="3368040"/>
                  <a:ext cx="303178" cy="1923806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C8885543-3FB3-530F-291E-49D00827F2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083942">
                  <a:off x="5905055" y="3141382"/>
                  <a:ext cx="395594" cy="835612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6" name="이등변 삼각형 5">
                <a:extLst>
                  <a:ext uri="{FF2B5EF4-FFF2-40B4-BE49-F238E27FC236}">
                    <a16:creationId xmlns:a16="http://schemas.microsoft.com/office/drawing/2014/main" id="{08F3F23D-BFA1-EA1F-E702-E70E15204BD0}"/>
                  </a:ext>
                </a:extLst>
              </p:cNvPr>
              <p:cNvSpPr/>
              <p:nvPr/>
            </p:nvSpPr>
            <p:spPr>
              <a:xfrm rot="16646834">
                <a:off x="5651481" y="2343437"/>
                <a:ext cx="2243846" cy="2292728"/>
              </a:xfrm>
              <a:prstGeom prst="triangle">
                <a:avLst/>
              </a:pr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7010E080-63B1-67F4-9F04-170CD2527870}"/>
                </a:ext>
              </a:extLst>
            </p:cNvPr>
            <p:cNvSpPr/>
            <p:nvPr/>
          </p:nvSpPr>
          <p:spPr>
            <a:xfrm>
              <a:off x="2839648" y="4264773"/>
              <a:ext cx="370342" cy="594810"/>
            </a:xfrm>
            <a:prstGeom prst="triangle">
              <a:avLst/>
            </a:prstGeom>
            <a:solidFill>
              <a:srgbClr val="FF0000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A7BE7710-653A-F112-E0B6-2ED5FBDDB4C2}"/>
                </a:ext>
              </a:extLst>
            </p:cNvPr>
            <p:cNvSpPr/>
            <p:nvPr/>
          </p:nvSpPr>
          <p:spPr>
            <a:xfrm>
              <a:off x="3774981" y="2385059"/>
              <a:ext cx="370342" cy="594810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B6017687-A3FB-8758-44C9-54200BFC18B2}"/>
                </a:ext>
              </a:extLst>
            </p:cNvPr>
            <p:cNvSpPr/>
            <p:nvPr/>
          </p:nvSpPr>
          <p:spPr>
            <a:xfrm>
              <a:off x="1610724" y="3022260"/>
              <a:ext cx="370342" cy="594810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4B136918-B7C4-382E-7746-A6E77AFB06A8}"/>
                </a:ext>
              </a:extLst>
            </p:cNvPr>
            <p:cNvSpPr/>
            <p:nvPr/>
          </p:nvSpPr>
          <p:spPr>
            <a:xfrm>
              <a:off x="1649540" y="4186749"/>
              <a:ext cx="370342" cy="594810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" name="그래픽 15" descr="미로 윤곽선">
              <a:extLst>
                <a:ext uri="{FF2B5EF4-FFF2-40B4-BE49-F238E27FC236}">
                  <a16:creationId xmlns:a16="http://schemas.microsoft.com/office/drawing/2014/main" id="{07CF0B01-09EB-7C44-932D-DE2678C73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224388" y="-1234440"/>
              <a:ext cx="9326880" cy="9326880"/>
            </a:xfrm>
            <a:prstGeom prst="rect">
              <a:avLst/>
            </a:prstGeom>
          </p:spPr>
        </p:pic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477CEAF-F7D3-7896-F28A-6015E20DB9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48906" y="3168364"/>
              <a:ext cx="395594" cy="83561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FA46223-4A97-E775-6C18-977469E77B5A}"/>
                </a:ext>
              </a:extLst>
            </p:cNvPr>
            <p:cNvCxnSpPr>
              <a:stCxn id="11" idx="1"/>
            </p:cNvCxnSpPr>
            <p:nvPr/>
          </p:nvCxnSpPr>
          <p:spPr>
            <a:xfrm flipH="1" flipV="1">
              <a:off x="995680" y="4549917"/>
              <a:ext cx="1936554" cy="12261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08CE511-1D61-9ACF-9E44-E2666CF4104F}"/>
                </a:ext>
              </a:extLst>
            </p:cNvPr>
            <p:cNvCxnSpPr/>
            <p:nvPr/>
          </p:nvCxnSpPr>
          <p:spPr>
            <a:xfrm>
              <a:off x="990600" y="4556760"/>
              <a:ext cx="0" cy="136144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2CDB6E7-5F51-A71E-FACE-17D6FF69ECE9}"/>
                </a:ext>
              </a:extLst>
            </p:cNvPr>
            <p:cNvCxnSpPr/>
            <p:nvPr/>
          </p:nvCxnSpPr>
          <p:spPr>
            <a:xfrm>
              <a:off x="995680" y="5918200"/>
              <a:ext cx="2992120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C52F1633-79F8-8B27-7670-065193357FE0}"/>
                </a:ext>
              </a:extLst>
            </p:cNvPr>
            <p:cNvCxnSpPr>
              <a:endCxn id="10" idx="4"/>
            </p:cNvCxnSpPr>
            <p:nvPr/>
          </p:nvCxnSpPr>
          <p:spPr>
            <a:xfrm flipH="1" flipV="1">
              <a:off x="3968646" y="3954306"/>
              <a:ext cx="14074" cy="1963894"/>
            </a:xfrm>
            <a:prstGeom prst="straightConnector1">
              <a:avLst/>
            </a:prstGeom>
            <a:ln w="5715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0A4E988-5745-73CF-18E0-7F4ECC95064E}"/>
              </a:ext>
            </a:extLst>
          </p:cNvPr>
          <p:cNvSpPr txBox="1"/>
          <p:nvPr/>
        </p:nvSpPr>
        <p:spPr>
          <a:xfrm>
            <a:off x="293165" y="4928805"/>
            <a:ext cx="58352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추적 범위 내 마네킹이 플레이어를 목적지로 이동할 때</a:t>
            </a:r>
            <a:endParaRPr lang="en-US" altLang="ko-KR" dirty="0"/>
          </a:p>
          <a:p>
            <a:r>
              <a:rPr lang="ko-KR" altLang="en-US" dirty="0"/>
              <a:t>현재 영역보다 외곽의 영역에 들어가게 될 경우</a:t>
            </a:r>
            <a:endParaRPr lang="en-US" altLang="ko-KR" dirty="0"/>
          </a:p>
          <a:p>
            <a:r>
              <a:rPr lang="ko-KR" altLang="en-US" dirty="0"/>
              <a:t>추적 상태가 풀리는 것을 방지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플레이어를 목적지로 이동하기 때문에</a:t>
            </a:r>
            <a:endParaRPr lang="en-US" altLang="ko-KR" dirty="0"/>
          </a:p>
          <a:p>
            <a:r>
              <a:rPr lang="ko-KR" altLang="en-US" dirty="0"/>
              <a:t>플레이어의 이동 경로를 예측하는 효과</a:t>
            </a:r>
            <a:endParaRPr lang="en-US" altLang="ko-KR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57BD960-1A9B-CD35-5336-6A4799A97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962" y="491392"/>
            <a:ext cx="2671556" cy="287394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AE58D32-E6DE-BED9-3B91-A48298797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782" y="314887"/>
            <a:ext cx="2873948" cy="287394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9C64991-7D67-F8B6-BB6D-511BD6E31B69}"/>
              </a:ext>
            </a:extLst>
          </p:cNvPr>
          <p:cNvSpPr txBox="1"/>
          <p:nvPr/>
        </p:nvSpPr>
        <p:spPr>
          <a:xfrm>
            <a:off x="6392060" y="3834153"/>
            <a:ext cx="5753498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800" dirty="0"/>
              <a:t>외곽 영역에서 이동 도중 플레이어가 이동하였을 경우</a:t>
            </a:r>
            <a:endParaRPr lang="en-US" altLang="ko-KR" sz="1800" dirty="0"/>
          </a:p>
          <a:p>
            <a:r>
              <a:rPr lang="ko-KR" altLang="en-US" sz="1800" dirty="0"/>
              <a:t>플레이어 주변에 배치되거나</a:t>
            </a:r>
            <a:endParaRPr lang="en-US" altLang="ko-KR" sz="1800" dirty="0"/>
          </a:p>
          <a:p>
            <a:r>
              <a:rPr lang="ko-KR" altLang="en-US" sz="1800" dirty="0"/>
              <a:t>이동 과정 중 플레이어와 마주할 수 있음</a:t>
            </a:r>
            <a:endParaRPr lang="en-US" altLang="ko-KR" sz="1800" dirty="0"/>
          </a:p>
          <a:p>
            <a:endParaRPr lang="en-US" altLang="ko-KR" dirty="0"/>
          </a:p>
          <a:p>
            <a:r>
              <a:rPr lang="ko-KR" altLang="en-US" sz="1800" dirty="0"/>
              <a:t>여러 효과를 기대할 수 있기에 해당 방식을 선정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49225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202</Words>
  <Application>Microsoft Office PowerPoint</Application>
  <PresentationFormat>와이드스크린</PresentationFormat>
  <Paragraphs>57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승우 홍</dc:creator>
  <cp:lastModifiedBy>승우 홍</cp:lastModifiedBy>
  <cp:revision>9</cp:revision>
  <dcterms:created xsi:type="dcterms:W3CDTF">2026-09-14T04:27:47Z</dcterms:created>
  <dcterms:modified xsi:type="dcterms:W3CDTF">2026-10-06T13:04:30Z</dcterms:modified>
</cp:coreProperties>
</file>