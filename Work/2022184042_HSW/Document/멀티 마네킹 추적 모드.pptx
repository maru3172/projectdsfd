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59" r:id="rId5"/>
    <p:sldId id="25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3:34:51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0 24575,'-2'0'0,"1"0"0,0 0 0,-1 0 0,1 1 0,-1-1 0,1 0 0,0 1 0,-1-1 0,1 1 0,0-1 0,-1 1 0,1 0 0,0-1 0,0 1 0,-2 2 0,1-2 0,1 1 0,-1 0 0,1 0 0,0 0 0,0-1 0,0 1 0,0 0 0,0 0 0,-1 3 0,0 2 0,1 0 0,0 0 0,0 0 0,0 0 0,1 9 0,0 11 0,2 27 0,-2-52 0,0 0 0,1 0 0,0-1 0,-1 1 0,1 0 0,0-1 0,0 1 0,0-1 0,0 1 0,0-1 0,0 1 0,0-1 0,0 0 0,0 1 0,2 0 0,7 8 0,-9-8 0,1 0 0,0-1 0,0 1 0,0-1 0,0 1 0,0-1 0,0 1 0,0-1 0,2 1 0,23 7 0,-13-5 0,-8-2 0,1 0 0,1-1 0,-1 0 0,12 1 0,-3-2 0,16-2 0,-30 2 0,-1-1 0,1 1 0,0-1 0,0 1 0,0-1 0,-1 1 0,1-1 0,0 0 0,-1 0 0,1 0 0,-1 0 0,1 0 0,-1 0 0,3-2 0,-2 1 0,0-1 0,-1 1 0,1-1 0,0 1 0,-1-1 0,0 1 0,1-1 0,0-3 0,0-3 0,0 0 0,0 0 0,-1 0 0,0 0 0,0-9 0,-2 12 0,1 0 0,-1 0 0,0 0 0,-1 0 0,1 0 0,-1 0 0,-4-8 0,2 4 0,-1 1 0,0 0 0,-11-14 0,15 22 0,-1-1 0,1 1 0,-1 0 0,1-1 0,-1 1 0,0 0 0,1 0 0,-1 0 0,0 0 0,0 1 0,0-1 0,0 0 0,0 1 0,0-1 0,0 1 0,-2 0 0,-5-1 0,0 1 0,-13 1 0,5 0 0,-145-1 0,160 0 0,1 0 0,-1 0 0,0 0 0,1 1 0,-1-1 0,0 0 0,1 1 0,-1-1 0,1 1 0,-1 0 0,1-1 0,-4 3 0,5-3 0,-1 1 0,1 0 0,-1-1 0,0 1 0,1 0 0,-1-1 0,1 1 0,0 0 0,-1 0 0,1 0 0,-1-1 0,1 1 0,0 0 0,0 0 0,0 0 0,-1 0 0,1 0 0,0 0 0,0-1 0,0 1 0,0 0 0,0 0 0,1 0 0,-1 0 0,1 1 0,1 7 17,1-1-1,1-1 0,-1 1 0,1 0 1,6 6-1,6 15-1479,-12-21-5363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3:34:52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 1 24575,'-22'0'0,"8"-1"0,-18 2 0,28 0 0,1-1 0,-1 1 0,0 0 0,0 0 0,1 0 0,-1 0 0,0 1 0,1-1 0,-5 4 0,4-2 0,1 0 0,0 1 0,0-1 0,0 1 0,0 0 0,1 0 0,-5 8 0,2-3 0,-2 3 0,3-6 0,0 1 0,0 0 0,1 0 0,0 0 0,-2 9 0,3-9 0,0 0 0,0 1 0,0 0 0,1 0 0,0-1 0,0 1 0,1 10 0,1-16 0,-1-1 0,1 1 0,-1 0 0,1-1 0,0 1 0,-1 0 0,1-1 0,0 1 0,0-1 0,0 1 0,1-1 0,1 3 0,1 0 0,0-1 0,8 7 0,-2-5-117,-1 0 0,1 0 0,0-1 0,0 0 0,0-1 0,18 4 0,-7-2 37,-18-4 69,50 11-920,-43-11 893,18 3-640,34 1 0,-28-4 678,102-2 0,-120-1 0,0-1 0,16-4 0,-3 1 0,-13 2 115,0 0 1,1-1-1,-2-1 1,30-14-1,-34 14 43,-8 5-4,-1 0 0,1 0-1,0-1 1,-1 1 0,1-1 0,-1 1-1,0-1 1,1 0 0,-1 0-1,0 0 1,0 0 0,0-1 0,-1 1-1,1 0 1,1-4 0,0 1-148,-1 0 0,-1 0 1,1 0-1,-1 0 0,0-1 1,1-10-1,-1 14-6,-1 0-1,0 0 1,-1 0 0,1 0 0,0 0 0,-1 0 0,1 1 0,-1-1-1,1 0 1,-1 0 0,0 0 0,0 0 0,0 1 0,0-1-1,0 0 1,0 1 0,0-1 0,-1 1 0,1-1 0,0 1 0,-1 0-1,-1-2 1,-43-23 0,34 20 0,8 4 0,0 0 0,0 1 0,0 0 0,-1 0 0,-4-1 0,4 1 0,0 0 0,0 0 0,-8-3 0,6 1 0,1 1 0,-1 0 0,0 0 0,0 1 0,0 0 0,-11 0 0,10 0 0,-23-3 0,19 2 0,-17-1 0,20 3-1365,0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3:34:53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322 529 24575,'-4'-1'0,"0"1"0,0-1 0,1 0 0,-1 0 0,0-1 0,1 1 0,-1-1 0,0 0 0,-4-3 0,-12-5 0,-41-17 0,12 1 0,-12-1 0,19 5 0,36 19 0,0 0 0,0 0 0,0-1 0,-9-7 0,14 10 0,0 0 0,0 1 0,1-1 0,-1 0 0,1 0 0,-1 0 0,1 0 0,-1 0 0,1 0 0,-1 0 0,1 0 0,0-1 0,0 1 0,-1 0 0,1 0 0,0 0 0,0 0 0,0 0 0,0 0 0,0 0 0,1 0 0,-1-1 0,0 1 0,0 0 0,1 0 0,-1 0 0,1 0 0,-1 0 0,1 0 0,0-1 0,2-3 0,0 0 0,0 1 0,1-1 0,5-5 0,22-20 0,4-1 0,-5 4 0,-26 23 0,0 0 0,9-4 0,6-6 0,-18 12 0,2 0 0,0-1 0,0 1 0,0-1 0,0 1 0,0 0 0,0 0 0,4-1 0,-1 0 0,-1 0 0,1-1 0,-1 1 0,8-8 0,3-1 0,53-36 0,-52 38 0,1 1 0,0 0 0,30-9 0,-26 8 0,-17 8 0,-1 0 0,1 0 0,0 0 0,0 0 0,10-1 0,3 0-144,27-8 0,-34 8-227,2 1 371,0 0 0,-1 1 0,1 0 0,22 2 0,-7 0 0,-10-1-478,-2 0 412,0 0-1,-1 1 0,1 0 1,26 7-1,17 7-485,-32-9 74,45 17-1,-17-4-284,2 1 332,67 39-1426,-69-32 981,-22-12 234,0 2 0,36 25 0,-53-30 771,-4-4 154,-1 0 0,-1 0 0,1 1 0,-1 0 0,14 19 0,-12-14-285,-8-10 108,-1 1 0,1 0-1,4 9 1,-4-7 144,-1-1-18,0 0-1,-1 0 1,1 0-1,-1 0 1,0 1-1,-1-1 1,2 13-1,-2 0 839,4 23-1,-2-17-429,-1 0 0,-3 43 0,1-24-217,-1-40-423,1 0 0,-1 0 0,1 0 0,-1-1 0,0 1 0,-1 0 0,1-1 0,0 1 0,-1 0 0,0-1 0,0 0 0,0 1 0,0-1 0,-1 0 0,1 0 0,-4 2 0,2-2 0,0-1 0,0 1 0,0-2 0,0 1 0,-1 0 0,1-1 0,-1 1 0,1-1 0,-6 0 0,-11 4 0,9-2 0,-1-1 0,0-1 0,0 0 0,0 0 0,-18-3 0,0 2 0,-12 0 0,-45-1 0,46-8 0,33 8 0,1-1 0,-1-1 0,1 1 0,-16-8 0,3 1 0,1 0 0,15 6 0,0 1 0,0-1 0,-1 2 0,1-1 0,-11-2 0,-1 2 0,-20-7 0,-10-1 0,23 6 0,12 2 0,-23-2 0,22 3 0,-16-3 0,-9-1 0,24 4-141,0-1 0,-17-5 0,18 4-8,0 0 0,-22-1 0,17 2 149,0 0 0,-28-8 0,18 3 0,9 3-618,-1 2-1,1-1 1,-28 2-1,42 1 723,-1-1-1,1 0 1,0 0-1,-1 0 1,1 0-1,-7-4 1,-5 0-1003,9 2-3774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3:34:54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365 142 24575,'-2'0'0,"1"0"0,-1-1 0,0 0 0,0 1 0,-2-3 0,-4 0 0,1 1 0,-4-2 0,-11-2 0,14 5 0,-8-2 0,0 0 0,-25 0 0,29 2 0,0 2 0,-16 2 0,23-2 0,1 0 0,-1 0 0,1 1 0,-1-1 0,1 1 0,0 0 0,0 0 0,0 1 0,-4 3 0,1-1-52,2 0 1,-1 1-1,0 0 0,1 0 0,0 1 0,-5 10 1,2-4-1117,2 1 0,-9 22 1,8-10 1167,-6 36 0,10-47 0,-8 51-1730,2 1 1,1 83 0,8-139 1719,2 103-932,9 0 105,1-52 837,2-1 0,30 81 0,-29-106 0,21 36 0,-16-34 0,4 4-175,1 0 1,2-2-1,1-1 0,37 37 1,-34-41 188,2-2 1,47 35-1,-44-42 51,52 28 1,-84-52-66,10 6 0,0-1 0,0 0 0,17 4 0,6 0 0,0-2 0,61 7 0,120-6 177,-71-14-956,-105 1 207,61-14-1,-20-1 300,99-23 302,30-29-1027,-155 50 866,121-57 359,-161 69-200,75-41 764,-77 40-571,0-1-1,0-1 0,22-21 0,-24 19-66,-1 1-58,0 0 0,-1 0 0,17-26 1,-18 23 165,-2 0 0,0 0 0,-1-1 0,0 0 0,-2 0 0,6-23 0,5-66-261,-13 73 225,4-70 1128,-7 79-1353,0 1 0,-2 0 0,-6-35 0,-1 13 0,5 25 0,0 0 0,-8-22 0,-2 3 0,5 9 0,-2 1 0,-2 1 0,-15-27 0,5 11 0,9 16 0,7 15 0,-15-18 0,6 10 0,-4-6 503,-2 2 0,-34-31 0,35 34-378,5 8-218,0-1-1,-31-18 1,-39-16-229,77 43 318,-90-45-678,71 38 341,-47-14 0,72 25 341,-106-32 0,74 22 0,-50-8 0,45 11 0,-122-18 0,94 16 0,19 5 87,-83 3 0,76 3-59,39 0 227,-1 1-1,1 1 1,0 0-1,-24 9 1,-10 5 2096,44-14-1337,1-1-1,-1 1 1,-11 6 0,-5 6-1785,18-11-5393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3:34:55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2042 0 24575,'-11'0'-119,"-15"2"-1,22-1 26,0-1 0,0 1 0,0 1 0,0-1 0,0 1 0,-7 3 0,-41 24-865,41-23 1028,-23 8 0,22-10-876,0 1 0,-11 7 0,-139 81-4365,32-19 1981,65-33 2582,-16 9-226,2-5-11,-99 73-1,27-11 139,-65 51 1177,178-127-391,-37 31-82,32-24 277,-18 16 184,-28 27 682,78-72-1139,-45 44 0,30-27 295,-10 10 563,24-22-722,-113 128 1456,98-107-1082,-23 39 1,30-44-135,8-9 638,9-15-634,0 0 0,-9 11 1,-1 0 881,2 1 1,-17 31-1,18-31-1574,7-12-3852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3:34:56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24575,'2'0'-1,"1"1"0,-1-1-1,0 0 1,0 1 0,1 0 0,-1-1-1,0 1 1,0 0 0,0 0-1,3 3 1,20 15-772,-15-11 177,78 67-6307,-26-22 4007,62 56 705,66 46-252,48 40 1876,115 73 567,-124-98 0,-89-65 0,56 44 0,-141-104 43,21 18 202,26 22 1151,-38-26 2381,-38-29-323,-9-10-1499,-12-13-4633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13:35:35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E3A6A-ABF5-66B2-72F3-8E3D97F2D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9700EE-9C0C-5BAC-C9D8-B4B97B75D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BA03DD-CD74-383A-5BEB-B7BAA781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69EBE-2175-D5B5-A204-30609797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829A4F-B8DB-1A4A-4160-333E5A68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00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0173B-4315-8EE5-A67C-C156F74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F0772-26A1-6586-DB4A-CF670C5D0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B79B3-448B-8AB4-66DE-9D7D28A9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F255BD-F3D3-9148-1217-CA23B81C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841050-7FE5-CEB2-2799-A4CBB240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30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EFF96-D64B-FC3F-4124-C17A7879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FBC657-23F9-5F6B-B8DD-7344B22AC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829F5-5B4B-9E7B-AA91-87D78B346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48E3B5-0193-99D5-BA2C-72B77EAF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5B8E33-1608-64E1-F2B7-E7A3D7FE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37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71716-5D26-6A96-8C7A-476C786D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D8094-4BC8-4BE4-169C-D7EEE5A5A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40EA53-A80C-0347-1012-CFEFA30F3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DBB719-F69A-B7F6-C65B-BE2FFC55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A6F0B9-CFF3-D3F8-8023-C6C4B74F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2E341B-7571-695A-5933-2C6F99F1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36861-3F68-938D-E124-F1B392A48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C98AEC-8852-6022-F56D-91EA1287B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1251A7-E4AB-D743-1634-A42E24ABC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FD587A-0A82-E828-436A-36841DE76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AA3A92-0159-226D-7CDF-84863C9C6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12E5C4-4B7D-472A-B129-A04BF030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C3E657-CC30-3BA6-C079-74C3658A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0C0025-0AD9-61B2-A8F1-88E2C5D2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45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47068-7BE3-BBB3-11CA-6D90FA41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C1994A-2878-5CC2-BB13-B4AD7D86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8EDF37-461C-30E9-5A65-4637059B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66FDAB-2B2B-BD4A-4D1F-4687BABF9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320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F55FBF-9A23-22E2-DD5A-87AE58A2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05BEC3-4DF8-DC4F-2A3B-DD4FA78D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47603C-08FB-05E0-30E6-09B80742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61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8BC6A-8F96-DA6B-29DD-BD705479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F1F3AB-6F8A-FC4E-262A-FDD975E2F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56E123-CA5D-F4CC-5AA0-4A956E87E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52D9F7-21F9-99CE-DD0A-AD27B036E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FA8C11-AEE2-B59D-AB98-721654CD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CF897A-F422-C927-7CD9-7CBA4859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05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A0DA7-83BB-5140-7736-B6062BB1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4940B2-2292-618B-CC1A-AA2953170A9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1C5802-D4C5-112A-6119-395FA1A6C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BDE3F7-805B-862C-9487-8103CB5E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BB33EE-2EE9-668E-E2AC-2AC4B338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2A2F4F-E691-C351-26E3-5D0D9F56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26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7191C-1331-F36B-26DE-BA7BAD14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1F8DA4-4839-0C22-32CE-670275DF1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7709A9-5B5B-CE76-F210-C9B9A21D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B3CF03-28F6-F692-8363-8AC98AAD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E4442-2E6A-97FE-3940-B7D5890D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8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0876AC-73E3-67E0-D303-688D1469C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CFD9F2-02D0-43EF-60E2-813B910C6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69A1F-2F32-5BAB-2A0B-196F84BE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D3AABA-DF18-D6B9-2270-800F3AFD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CC4CD1-D12C-85EF-9CF8-2CEC39D2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28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50BA9C-8770-9177-ED54-6061152FD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C54A68-FA2D-F296-CE2C-478FD7386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3B6D8-2709-99BC-CE98-6B658419E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A027D-B532-477D-9A91-6D45EFE9F51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FF7C91-8A37-8317-4FC8-C90959E87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B368D-78E0-CEE2-9EA4-F830027E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F8804-5A67-49A0-8F09-2ED6B72492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73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표 214">
            <a:extLst>
              <a:ext uri="{FF2B5EF4-FFF2-40B4-BE49-F238E27FC236}">
                <a16:creationId xmlns:a16="http://schemas.microsoft.com/office/drawing/2014/main" id="{4E832414-72EB-6D34-74F0-E7E3B6E28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180943"/>
              </p:ext>
            </p:extLst>
          </p:nvPr>
        </p:nvGraphicFramePr>
        <p:xfrm>
          <a:off x="4064001" y="2467570"/>
          <a:ext cx="8127999" cy="14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39">
                  <a:extLst>
                    <a:ext uri="{9D8B030D-6E8A-4147-A177-3AD203B41FA5}">
                      <a16:colId xmlns:a16="http://schemas.microsoft.com/office/drawing/2014/main" val="195133819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954230609"/>
                    </a:ext>
                  </a:extLst>
                </a:gridCol>
                <a:gridCol w="4287520">
                  <a:extLst>
                    <a:ext uri="{9D8B030D-6E8A-4147-A177-3AD203B41FA5}">
                      <a16:colId xmlns:a16="http://schemas.microsoft.com/office/drawing/2014/main" val="269989362"/>
                    </a:ext>
                  </a:extLst>
                </a:gridCol>
              </a:tblGrid>
              <a:tr h="4216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명칭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동작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586562"/>
                  </a:ext>
                </a:extLst>
              </a:tr>
              <a:tr h="4216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마네킹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831176"/>
                  </a:ext>
                </a:extLst>
              </a:tr>
              <a:tr h="4216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인간 플레이어 추적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해당 범위 내에 인간 플레이어가 존재하면 인간 플레이어 추격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b="1" dirty="0"/>
                        <a:t>직접 조작 외 조작 상태에서 최우선 순위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55388"/>
                  </a:ext>
                </a:extLst>
              </a:tr>
            </a:tbl>
          </a:graphicData>
        </a:graphic>
      </p:graphicFrame>
      <p:sp>
        <p:nvSpPr>
          <p:cNvPr id="209" name="타원 208">
            <a:extLst>
              <a:ext uri="{FF2B5EF4-FFF2-40B4-BE49-F238E27FC236}">
                <a16:creationId xmlns:a16="http://schemas.microsoft.com/office/drawing/2014/main" id="{B26F8C5D-D224-C090-0B31-B9E0D0122F10}"/>
              </a:ext>
            </a:extLst>
          </p:cNvPr>
          <p:cNvSpPr/>
          <p:nvPr/>
        </p:nvSpPr>
        <p:spPr>
          <a:xfrm>
            <a:off x="367776" y="2890898"/>
            <a:ext cx="3163608" cy="914400"/>
          </a:xfrm>
          <a:prstGeom prst="ellipse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8941FFCC-2F4A-E747-0D3B-2D20867B31C9}"/>
              </a:ext>
            </a:extLst>
          </p:cNvPr>
          <p:cNvSpPr/>
          <p:nvPr/>
        </p:nvSpPr>
        <p:spPr>
          <a:xfrm>
            <a:off x="1642077" y="2371878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</a:t>
            </a:r>
            <a:endParaRPr lang="ko-KR" altLang="en-US" dirty="0"/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04B15749-F4DA-FE53-123C-94A4E9CC064F}"/>
              </a:ext>
            </a:extLst>
          </p:cNvPr>
          <p:cNvGrpSpPr/>
          <p:nvPr/>
        </p:nvGrpSpPr>
        <p:grpSpPr>
          <a:xfrm>
            <a:off x="4064001" y="1041366"/>
            <a:ext cx="1050034" cy="681857"/>
            <a:chOff x="100760" y="416480"/>
            <a:chExt cx="2927160" cy="19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7341A631-6DC4-2CC3-4C79-23448D893BCA}"/>
                    </a:ext>
                  </a:extLst>
                </p14:cNvPr>
                <p14:cNvContentPartPr/>
                <p14:nvPr/>
              </p14:nvContentPartPr>
              <p14:xfrm>
                <a:off x="689720" y="1056560"/>
                <a:ext cx="326880" cy="235800"/>
              </p14:xfrm>
            </p:contentPart>
          </mc:Choice>
          <mc:Fallback xmlns=""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7341A631-6DC4-2CC3-4C79-23448D893BC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2674" y="1039574"/>
                  <a:ext cx="360972" cy="269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CE8794DB-6A03-1032-D7D6-32132349517C}"/>
                    </a:ext>
                  </a:extLst>
                </p14:cNvPr>
                <p14:cNvContentPartPr/>
                <p14:nvPr/>
              </p14:nvContentPartPr>
              <p14:xfrm>
                <a:off x="507560" y="1227920"/>
                <a:ext cx="732240" cy="297000"/>
              </p14:xfrm>
            </p:contentPart>
          </mc:Choice>
          <mc:Fallback xmlns=""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CE8794DB-6A03-1032-D7D6-3213234951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0508" y="1210920"/>
                  <a:ext cx="766344" cy="3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4F3F642A-49CF-C1B3-3DD1-F8FF6A11D855}"/>
                    </a:ext>
                  </a:extLst>
                </p14:cNvPr>
                <p14:cNvContentPartPr/>
                <p14:nvPr/>
              </p14:nvContentPartPr>
              <p14:xfrm>
                <a:off x="185000" y="922280"/>
                <a:ext cx="1533240" cy="766440"/>
              </p14:xfrm>
            </p:contentPart>
          </mc:Choice>
          <mc:Fallback xmlns=""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4F3F642A-49CF-C1B3-3DD1-F8FF6A11D85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7942" y="905226"/>
                  <a:ext cx="1567357" cy="8005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875FC2CE-62CC-17DF-F7C1-F3213DFEE90F}"/>
                    </a:ext>
                  </a:extLst>
                </p14:cNvPr>
                <p14:cNvContentPartPr/>
                <p14:nvPr/>
              </p14:nvContentPartPr>
              <p14:xfrm>
                <a:off x="100760" y="487040"/>
                <a:ext cx="2419920" cy="1830240"/>
              </p14:xfrm>
            </p:contentPart>
          </mc:Choice>
          <mc:Fallback xmlns=""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875FC2CE-62CC-17DF-F7C1-F3213DFEE9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704" y="469982"/>
                  <a:ext cx="2454032" cy="1864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6B68E796-CE6F-4CEF-4F55-CB80ADA20EEA}"/>
                    </a:ext>
                  </a:extLst>
                </p14:cNvPr>
                <p14:cNvContentPartPr/>
                <p14:nvPr/>
              </p14:nvContentPartPr>
              <p14:xfrm>
                <a:off x="460040" y="416480"/>
                <a:ext cx="2049480" cy="161856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6B68E796-CE6F-4CEF-4F55-CB80ADA20E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2986" y="399432"/>
                  <a:ext cx="2083588" cy="16526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24139A1C-9D5E-8847-9543-EC7DC5BB6BFD}"/>
                    </a:ext>
                  </a:extLst>
                </p14:cNvPr>
                <p14:cNvContentPartPr/>
                <p14:nvPr/>
              </p14:nvContentPartPr>
              <p14:xfrm>
                <a:off x="518000" y="507920"/>
                <a:ext cx="2034720" cy="163080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24139A1C-9D5E-8847-9543-EC7DC5BB6BF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0944" y="490859"/>
                  <a:ext cx="2068833" cy="1664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20D81475-4EAD-B188-A7CB-036F2F2D874A}"/>
                    </a:ext>
                  </a:extLst>
                </p14:cNvPr>
                <p14:cNvContentPartPr/>
                <p14:nvPr/>
              </p14:nvContentPartPr>
              <p14:xfrm>
                <a:off x="3027560" y="660200"/>
                <a:ext cx="360" cy="36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20D81475-4EAD-B188-A7CB-036F2F2D87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1440" y="6540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9DB67033-2179-96E0-D357-6F2960026DEA}"/>
              </a:ext>
            </a:extLst>
          </p:cNvPr>
          <p:cNvSpPr/>
          <p:nvPr/>
        </p:nvSpPr>
        <p:spPr>
          <a:xfrm>
            <a:off x="5250440" y="925095"/>
            <a:ext cx="675656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싱글 마네킹 추격 로직 중 </a:t>
            </a:r>
            <a:r>
              <a:rPr lang="ko-KR" altLang="en-US" b="1" dirty="0"/>
              <a:t>무조건 추격 영역만 사용</a:t>
            </a:r>
          </a:p>
        </p:txBody>
      </p:sp>
      <p:graphicFrame>
        <p:nvGraphicFramePr>
          <p:cNvPr id="210" name="표 209">
            <a:extLst>
              <a:ext uri="{FF2B5EF4-FFF2-40B4-BE49-F238E27FC236}">
                <a16:creationId xmlns:a16="http://schemas.microsoft.com/office/drawing/2014/main" id="{1E812D1E-6D53-93C3-727D-45959CEB3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984213"/>
              </p:ext>
            </p:extLst>
          </p:nvPr>
        </p:nvGraphicFramePr>
        <p:xfrm>
          <a:off x="1" y="4292600"/>
          <a:ext cx="121920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152">
                  <a:extLst>
                    <a:ext uri="{9D8B030D-6E8A-4147-A177-3AD203B41FA5}">
                      <a16:colId xmlns:a16="http://schemas.microsoft.com/office/drawing/2014/main" val="1796564536"/>
                    </a:ext>
                  </a:extLst>
                </a:gridCol>
                <a:gridCol w="749030">
                  <a:extLst>
                    <a:ext uri="{9D8B030D-6E8A-4147-A177-3AD203B41FA5}">
                      <a16:colId xmlns:a16="http://schemas.microsoft.com/office/drawing/2014/main" val="2323208362"/>
                    </a:ext>
                  </a:extLst>
                </a:gridCol>
                <a:gridCol w="6145911">
                  <a:extLst>
                    <a:ext uri="{9D8B030D-6E8A-4147-A177-3AD203B41FA5}">
                      <a16:colId xmlns:a16="http://schemas.microsoft.com/office/drawing/2014/main" val="3167780560"/>
                    </a:ext>
                  </a:extLst>
                </a:gridCol>
                <a:gridCol w="3730907">
                  <a:extLst>
                    <a:ext uri="{9D8B030D-6E8A-4147-A177-3AD203B41FA5}">
                      <a16:colId xmlns:a16="http://schemas.microsoft.com/office/drawing/2014/main" val="978971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조작 명칭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조작키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동작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의도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838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정찰 및 추격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Z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랜덤한</a:t>
                      </a:r>
                      <a:r>
                        <a:rPr lang="ko-KR" altLang="en-US" sz="1200" dirty="0"/>
                        <a:t> 목적지를 설정하여 이동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멀티 게임 시작 시</a:t>
                      </a:r>
                      <a:endParaRPr lang="en-US" altLang="ko-KR" sz="1200" dirty="0"/>
                    </a:p>
                    <a:p>
                      <a:pPr algn="l"/>
                      <a:r>
                        <a:rPr lang="ko-KR" altLang="en-US" sz="1200" dirty="0"/>
                        <a:t>마네킹의 최초 조작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308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범위내 추격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기본 정지 상태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인간플레이어 추적 범위 내에 인간플레이어가 존재하면 추적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인간 플레이어가 탐지되면 인간 플레이어를 추격하는 </a:t>
                      </a:r>
                      <a:r>
                        <a:rPr lang="ko-KR" altLang="en-US" sz="1200" dirty="0" err="1"/>
                        <a:t>포탑의</a:t>
                      </a:r>
                      <a:r>
                        <a:rPr lang="ko-KR" altLang="en-US" sz="1200" dirty="0"/>
                        <a:t> 역할을 수행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300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Follow????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 / Q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C: </a:t>
                      </a:r>
                      <a:r>
                        <a:rPr lang="ko-KR" altLang="en-US" sz="1200" dirty="0"/>
                        <a:t>마네킹 플레이어가 </a:t>
                      </a:r>
                      <a:r>
                        <a:rPr lang="ko-KR" altLang="en-US" sz="1200" dirty="0" err="1"/>
                        <a:t>빙의한</a:t>
                      </a:r>
                      <a:r>
                        <a:rPr lang="ko-KR" altLang="en-US" sz="1200" dirty="0"/>
                        <a:t> 마네킹을 </a:t>
                      </a:r>
                      <a:r>
                        <a:rPr lang="ko-KR" altLang="en-US" sz="1200" dirty="0" err="1"/>
                        <a:t>따라감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Q: follow</a:t>
                      </a:r>
                      <a:r>
                        <a:rPr lang="ko-KR" altLang="en-US" sz="1200" dirty="0"/>
                        <a:t> 상태의 마네킹 전체가 </a:t>
                      </a:r>
                      <a:r>
                        <a:rPr lang="en-US" altLang="ko-KR" sz="1200" dirty="0"/>
                        <a:t>‘</a:t>
                      </a:r>
                      <a:r>
                        <a:rPr lang="ko-KR" altLang="en-US" sz="1200" dirty="0"/>
                        <a:t>정찰 및 추격</a:t>
                      </a:r>
                      <a:r>
                        <a:rPr lang="en-US" altLang="ko-KR" sz="1200" dirty="0"/>
                        <a:t>‘ </a:t>
                      </a:r>
                      <a:r>
                        <a:rPr lang="ko-KR" altLang="en-US" sz="1200" dirty="0"/>
                        <a:t>상태로 변경됨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인간플레이어 포위를 위해 마네킹 플레이어가 마네킹의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수가 더 필요하다고 느낄 때 사용할 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370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직접 조작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마네킹 플레이어가 </a:t>
                      </a:r>
                      <a:r>
                        <a:rPr lang="en-US" altLang="ko-KR" sz="1200" dirty="0" err="1"/>
                        <a:t>wasd</a:t>
                      </a:r>
                      <a:r>
                        <a:rPr lang="ko-KR" altLang="en-US" sz="1200" dirty="0"/>
                        <a:t>를 통해서 직접 이동</a:t>
                      </a:r>
                      <a:endParaRPr lang="en-US" altLang="ko-KR" sz="1200" dirty="0"/>
                    </a:p>
                    <a:p>
                      <a:pPr algn="l"/>
                      <a:r>
                        <a:rPr lang="ko-KR" altLang="en-US" sz="1200" dirty="0"/>
                        <a:t>인간플레이어 추적 범위 내에 인간플레이어가 존재해도 인간플레이어를 추격하지 않음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/>
                        <a:t>직접 조작을 통한 변수 창출 </a:t>
                      </a:r>
                      <a:endParaRPr lang="en-US" altLang="ko-KR" sz="1200" dirty="0"/>
                    </a:p>
                    <a:p>
                      <a:pPr algn="l"/>
                      <a:r>
                        <a:rPr lang="ko-KR" altLang="en-US" sz="1200" dirty="0"/>
                        <a:t>및</a:t>
                      </a:r>
                      <a:endParaRPr lang="en-US" altLang="ko-KR" sz="1200" dirty="0"/>
                    </a:p>
                    <a:p>
                      <a:pPr algn="l"/>
                      <a:r>
                        <a:rPr lang="ko-KR" altLang="en-US" sz="1200" dirty="0"/>
                        <a:t>정지한 마네킹을 </a:t>
                      </a:r>
                      <a:r>
                        <a:rPr lang="ko-KR" altLang="en-US" sz="1200" dirty="0" err="1"/>
                        <a:t>바리게이트처럼</a:t>
                      </a:r>
                      <a:r>
                        <a:rPr lang="ko-KR" altLang="en-US" sz="1200" dirty="0"/>
                        <a:t> 활용하여 플레이어 이동 경로 제한 효과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492638"/>
                  </a:ext>
                </a:extLst>
              </a:tr>
            </a:tbl>
          </a:graphicData>
        </a:graphic>
      </p:graphicFrame>
      <p:sp>
        <p:nvSpPr>
          <p:cNvPr id="212" name="타원 211">
            <a:extLst>
              <a:ext uri="{FF2B5EF4-FFF2-40B4-BE49-F238E27FC236}">
                <a16:creationId xmlns:a16="http://schemas.microsoft.com/office/drawing/2014/main" id="{DFC6835C-DE4E-2CA2-00A3-0A78728C4B8C}"/>
              </a:ext>
            </a:extLst>
          </p:cNvPr>
          <p:cNvSpPr/>
          <p:nvPr/>
        </p:nvSpPr>
        <p:spPr>
          <a:xfrm>
            <a:off x="4223175" y="3409078"/>
            <a:ext cx="754120" cy="396220"/>
          </a:xfrm>
          <a:prstGeom prst="ellipse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이등변 삼각형 216">
            <a:extLst>
              <a:ext uri="{FF2B5EF4-FFF2-40B4-BE49-F238E27FC236}">
                <a16:creationId xmlns:a16="http://schemas.microsoft.com/office/drawing/2014/main" id="{5E6F26DF-7C0B-CA79-1B75-C9A96294F493}"/>
              </a:ext>
            </a:extLst>
          </p:cNvPr>
          <p:cNvSpPr/>
          <p:nvPr/>
        </p:nvSpPr>
        <p:spPr>
          <a:xfrm>
            <a:off x="4472599" y="2952112"/>
            <a:ext cx="245207" cy="28074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9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CB53A8-DEA6-1DA1-4DAD-E4D9A805B87E}"/>
              </a:ext>
            </a:extLst>
          </p:cNvPr>
          <p:cNvSpPr txBox="1"/>
          <p:nvPr/>
        </p:nvSpPr>
        <p:spPr>
          <a:xfrm>
            <a:off x="0" y="370390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정찰 및 추격</a:t>
            </a:r>
            <a:endParaRPr lang="en-US" altLang="ko-KR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8391B94-E4A3-68AC-88AA-7893D1545437}"/>
              </a:ext>
            </a:extLst>
          </p:cNvPr>
          <p:cNvGrpSpPr/>
          <p:nvPr/>
        </p:nvGrpSpPr>
        <p:grpSpPr>
          <a:xfrm>
            <a:off x="2121795" y="739722"/>
            <a:ext cx="7948411" cy="4910160"/>
            <a:chOff x="1268549" y="903837"/>
            <a:chExt cx="7948411" cy="4910160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8BA965FE-01D1-8107-9250-62BBCC4ADA1F}"/>
                </a:ext>
              </a:extLst>
            </p:cNvPr>
            <p:cNvCxnSpPr>
              <a:cxnSpLocks/>
              <a:stCxn id="9" idx="3"/>
              <a:endCxn id="13" idx="3"/>
            </p:cNvCxnSpPr>
            <p:nvPr/>
          </p:nvCxnSpPr>
          <p:spPr>
            <a:xfrm flipV="1">
              <a:off x="3505316" y="1880057"/>
              <a:ext cx="3332744" cy="74806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57B2F37-07D4-50E2-5A1A-D34F02E96BE8}"/>
                </a:ext>
              </a:extLst>
            </p:cNvPr>
            <p:cNvGrpSpPr/>
            <p:nvPr/>
          </p:nvGrpSpPr>
          <p:grpSpPr>
            <a:xfrm>
              <a:off x="2233181" y="1651904"/>
              <a:ext cx="2544270" cy="1257739"/>
              <a:chOff x="1923558" y="2138894"/>
              <a:chExt cx="2544270" cy="1257739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3051E958-C128-1141-C7D7-499F9DE4F591}"/>
                  </a:ext>
                </a:extLst>
              </p:cNvPr>
              <p:cNvSpPr/>
              <p:nvPr/>
            </p:nvSpPr>
            <p:spPr>
              <a:xfrm>
                <a:off x="1923558" y="2907929"/>
                <a:ext cx="2544270" cy="488704"/>
              </a:xfrm>
              <a:prstGeom prst="ellipse">
                <a:avLst/>
              </a:prstGeom>
              <a:solidFill>
                <a:srgbClr val="FFC000">
                  <a:alpha val="50000"/>
                </a:srgbClr>
              </a:solidFill>
              <a:ln>
                <a:solidFill>
                  <a:srgbClr val="C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이등변 삼각형 8">
                <a:extLst>
                  <a:ext uri="{FF2B5EF4-FFF2-40B4-BE49-F238E27FC236}">
                    <a16:creationId xmlns:a16="http://schemas.microsoft.com/office/drawing/2014/main" id="{38E1BEFD-DC70-0DC3-7D61-823AF193C9BC}"/>
                  </a:ext>
                </a:extLst>
              </p:cNvPr>
              <p:cNvSpPr/>
              <p:nvPr/>
            </p:nvSpPr>
            <p:spPr>
              <a:xfrm>
                <a:off x="2888190" y="2138894"/>
                <a:ext cx="615006" cy="976220"/>
              </a:xfrm>
              <a:prstGeom prst="triangl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C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z</a:t>
                </a:r>
                <a:endParaRPr lang="ko-KR" altLang="en-US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BDAD4BF-0000-C40A-DC9A-56EA0275F321}"/>
                </a:ext>
              </a:extLst>
            </p:cNvPr>
            <p:cNvGrpSpPr/>
            <p:nvPr/>
          </p:nvGrpSpPr>
          <p:grpSpPr>
            <a:xfrm>
              <a:off x="5565925" y="903837"/>
              <a:ext cx="2544270" cy="1257739"/>
              <a:chOff x="1923558" y="2138894"/>
              <a:chExt cx="2544270" cy="1257739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35593BEA-E47C-5590-1DDD-A7DC0D9679D8}"/>
                  </a:ext>
                </a:extLst>
              </p:cNvPr>
              <p:cNvSpPr/>
              <p:nvPr/>
            </p:nvSpPr>
            <p:spPr>
              <a:xfrm>
                <a:off x="1923558" y="2907929"/>
                <a:ext cx="2544270" cy="488704"/>
              </a:xfrm>
              <a:prstGeom prst="ellipse">
                <a:avLst/>
              </a:prstGeom>
              <a:solidFill>
                <a:srgbClr val="FFC000">
                  <a:alpha val="70000"/>
                </a:srgbClr>
              </a:solidFill>
              <a:ln>
                <a:solidFill>
                  <a:srgbClr val="C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238864CA-B388-56E9-4E57-451B48A61B5F}"/>
                  </a:ext>
                </a:extLst>
              </p:cNvPr>
              <p:cNvSpPr/>
              <p:nvPr/>
            </p:nvSpPr>
            <p:spPr>
              <a:xfrm>
                <a:off x="2888190" y="2138894"/>
                <a:ext cx="615006" cy="976220"/>
              </a:xfrm>
              <a:prstGeom prst="triangl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C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z</a:t>
                </a:r>
                <a:endParaRPr lang="ko-KR" altLang="en-US" dirty="0"/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F1392D1-D792-22AB-B3B2-2B1CA6402D2A}"/>
                </a:ext>
              </a:extLst>
            </p:cNvPr>
            <p:cNvGrpSpPr/>
            <p:nvPr/>
          </p:nvGrpSpPr>
          <p:grpSpPr>
            <a:xfrm>
              <a:off x="1268549" y="3407542"/>
              <a:ext cx="2544270" cy="1257739"/>
              <a:chOff x="1923558" y="2138894"/>
              <a:chExt cx="2544270" cy="1257739"/>
            </a:xfrm>
          </p:grpSpPr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5CDA1B28-C01B-7388-4CFB-4BB19DCF1C28}"/>
                  </a:ext>
                </a:extLst>
              </p:cNvPr>
              <p:cNvSpPr/>
              <p:nvPr/>
            </p:nvSpPr>
            <p:spPr>
              <a:xfrm>
                <a:off x="1923558" y="2907929"/>
                <a:ext cx="2544270" cy="488704"/>
              </a:xfrm>
              <a:prstGeom prst="ellipse">
                <a:avLst/>
              </a:prstGeom>
              <a:solidFill>
                <a:srgbClr val="FFC000">
                  <a:alpha val="50000"/>
                </a:srgbClr>
              </a:solidFill>
              <a:ln>
                <a:solidFill>
                  <a:srgbClr val="C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B426EEED-4E88-9F5C-9C6C-0DA0B9F3D436}"/>
                  </a:ext>
                </a:extLst>
              </p:cNvPr>
              <p:cNvSpPr/>
              <p:nvPr/>
            </p:nvSpPr>
            <p:spPr>
              <a:xfrm>
                <a:off x="2888190" y="2138894"/>
                <a:ext cx="615006" cy="976220"/>
              </a:xfrm>
              <a:prstGeom prst="triangl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C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z</a:t>
                </a:r>
                <a:endParaRPr lang="ko-KR" altLang="en-US" dirty="0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CB9939-C271-A71B-204C-7EC7B60DF9B1}"/>
                </a:ext>
              </a:extLst>
            </p:cNvPr>
            <p:cNvGrpSpPr/>
            <p:nvPr/>
          </p:nvGrpSpPr>
          <p:grpSpPr>
            <a:xfrm>
              <a:off x="6672690" y="4556258"/>
              <a:ext cx="2544270" cy="1257739"/>
              <a:chOff x="1923558" y="2138894"/>
              <a:chExt cx="2544270" cy="1257739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A05B37EE-CA8B-4B08-F37C-1CC32B956119}"/>
                  </a:ext>
                </a:extLst>
              </p:cNvPr>
              <p:cNvSpPr/>
              <p:nvPr/>
            </p:nvSpPr>
            <p:spPr>
              <a:xfrm>
                <a:off x="1923558" y="2907929"/>
                <a:ext cx="2544270" cy="488704"/>
              </a:xfrm>
              <a:prstGeom prst="ellipse">
                <a:avLst/>
              </a:prstGeom>
              <a:solidFill>
                <a:srgbClr val="FFC000">
                  <a:alpha val="70000"/>
                </a:srgb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이등변 삼각형 18">
                <a:extLst>
                  <a:ext uri="{FF2B5EF4-FFF2-40B4-BE49-F238E27FC236}">
                    <a16:creationId xmlns:a16="http://schemas.microsoft.com/office/drawing/2014/main" id="{9932AB45-B7FA-D77A-04E1-BAF704052C91}"/>
                  </a:ext>
                </a:extLst>
              </p:cNvPr>
              <p:cNvSpPr/>
              <p:nvPr/>
            </p:nvSpPr>
            <p:spPr>
              <a:xfrm>
                <a:off x="2888190" y="2138894"/>
                <a:ext cx="615006" cy="97622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z</a:t>
                </a:r>
                <a:endParaRPr lang="ko-KR" altLang="en-US" dirty="0"/>
              </a:p>
            </p:txBody>
          </p:sp>
        </p:grp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DC785E7-63D1-5BD7-F4E3-94C63F9C7500}"/>
                </a:ext>
              </a:extLst>
            </p:cNvPr>
            <p:cNvCxnSpPr>
              <a:cxnSpLocks/>
              <a:stCxn id="13" idx="3"/>
              <a:endCxn id="16" idx="3"/>
            </p:cNvCxnSpPr>
            <p:nvPr/>
          </p:nvCxnSpPr>
          <p:spPr>
            <a:xfrm flipH="1">
              <a:off x="2540684" y="1880057"/>
              <a:ext cx="4297376" cy="2503705"/>
            </a:xfrm>
            <a:prstGeom prst="straightConnector1">
              <a:avLst/>
            </a:prstGeom>
            <a:ln w="38100">
              <a:solidFill>
                <a:srgbClr val="C00000">
                  <a:alpha val="50000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EBB6A3AA-8675-74B3-A738-B33E9EB50FF4}"/>
                </a:ext>
              </a:extLst>
            </p:cNvPr>
            <p:cNvCxnSpPr>
              <a:cxnSpLocks/>
              <a:stCxn id="16" idx="3"/>
              <a:endCxn id="19" idx="3"/>
            </p:cNvCxnSpPr>
            <p:nvPr/>
          </p:nvCxnSpPr>
          <p:spPr>
            <a:xfrm>
              <a:off x="2540684" y="4383762"/>
              <a:ext cx="5404141" cy="1148716"/>
            </a:xfrm>
            <a:prstGeom prst="straightConnector1">
              <a:avLst/>
            </a:prstGeom>
            <a:ln w="38100">
              <a:solidFill>
                <a:srgbClr val="C00000">
                  <a:alpha val="50000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43CE1822-EFFA-2755-6FEB-B1353AC9C8F7}"/>
                </a:ext>
              </a:extLst>
            </p:cNvPr>
            <p:cNvCxnSpPr>
              <a:cxnSpLocks/>
              <a:stCxn id="19" idx="3"/>
              <a:endCxn id="29" idx="4"/>
            </p:cNvCxnSpPr>
            <p:nvPr/>
          </p:nvCxnSpPr>
          <p:spPr>
            <a:xfrm flipV="1">
              <a:off x="7944825" y="5415320"/>
              <a:ext cx="691007" cy="117158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ACD9F39-7E7A-BFA1-9154-01851AC2675E}"/>
                </a:ext>
              </a:extLst>
            </p:cNvPr>
            <p:cNvSpPr/>
            <p:nvPr/>
          </p:nvSpPr>
          <p:spPr>
            <a:xfrm>
              <a:off x="8427840" y="4500920"/>
              <a:ext cx="415984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06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B88B5-147A-93D4-2038-142775F2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51BD04-9484-8503-704F-280A1EA70DBC}"/>
              </a:ext>
            </a:extLst>
          </p:cNvPr>
          <p:cNvSpPr txBox="1"/>
          <p:nvPr/>
        </p:nvSpPr>
        <p:spPr>
          <a:xfrm>
            <a:off x="0" y="370390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범위 내 추격</a:t>
            </a:r>
            <a:endParaRPr lang="en-US" altLang="ko-KR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BD27F1A-FD09-09EC-C255-68BBBA249076}"/>
              </a:ext>
            </a:extLst>
          </p:cNvPr>
          <p:cNvSpPr/>
          <p:nvPr/>
        </p:nvSpPr>
        <p:spPr>
          <a:xfrm>
            <a:off x="454384" y="3595253"/>
            <a:ext cx="4903884" cy="873408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9239313-3232-31A2-7566-F3A213E78C67}"/>
              </a:ext>
            </a:extLst>
          </p:cNvPr>
          <p:cNvCxnSpPr>
            <a:cxnSpLocks/>
            <a:stCxn id="7" idx="3"/>
            <a:endCxn id="6" idx="4"/>
          </p:cNvCxnSpPr>
          <p:nvPr/>
        </p:nvCxnSpPr>
        <p:spPr>
          <a:xfrm flipV="1">
            <a:off x="2906326" y="3787605"/>
            <a:ext cx="1846760" cy="2071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2EF9ACC6-B201-E178-68DD-EF04C0816A1A}"/>
              </a:ext>
            </a:extLst>
          </p:cNvPr>
          <p:cNvSpPr/>
          <p:nvPr/>
        </p:nvSpPr>
        <p:spPr>
          <a:xfrm>
            <a:off x="4545094" y="2873205"/>
            <a:ext cx="41598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C8AEE9EF-2624-20A3-B138-55D1C357D340}"/>
              </a:ext>
            </a:extLst>
          </p:cNvPr>
          <p:cNvSpPr/>
          <p:nvPr/>
        </p:nvSpPr>
        <p:spPr>
          <a:xfrm>
            <a:off x="2598823" y="3018570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086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타원 21">
            <a:extLst>
              <a:ext uri="{FF2B5EF4-FFF2-40B4-BE49-F238E27FC236}">
                <a16:creationId xmlns:a16="http://schemas.microsoft.com/office/drawing/2014/main" id="{920A4477-054E-9788-AA65-DB0FC494C666}"/>
              </a:ext>
            </a:extLst>
          </p:cNvPr>
          <p:cNvSpPr/>
          <p:nvPr/>
        </p:nvSpPr>
        <p:spPr>
          <a:xfrm>
            <a:off x="3367922" y="5636314"/>
            <a:ext cx="1814618" cy="517324"/>
          </a:xfrm>
          <a:prstGeom prst="ellipse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A89B6E28-94C0-D39C-6BB6-87A75902C07A}"/>
              </a:ext>
            </a:extLst>
          </p:cNvPr>
          <p:cNvSpPr/>
          <p:nvPr/>
        </p:nvSpPr>
        <p:spPr>
          <a:xfrm>
            <a:off x="-1423817" y="3764971"/>
            <a:ext cx="4903884" cy="873408"/>
          </a:xfrm>
          <a:prstGeom prst="ellipse">
            <a:avLst/>
          </a:prstGeom>
          <a:solidFill>
            <a:srgbClr val="FFC000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DC118413-8144-72E3-4353-2FA3310E9D89}"/>
              </a:ext>
            </a:extLst>
          </p:cNvPr>
          <p:cNvSpPr/>
          <p:nvPr/>
        </p:nvSpPr>
        <p:spPr>
          <a:xfrm>
            <a:off x="-414894" y="3556024"/>
            <a:ext cx="4903884" cy="873408"/>
          </a:xfrm>
          <a:prstGeom prst="ellipse">
            <a:avLst/>
          </a:prstGeom>
          <a:solidFill>
            <a:srgbClr val="FFC000">
              <a:alpha val="2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B0A4033-FB69-353B-C254-DDA47FB48FCA}"/>
              </a:ext>
            </a:extLst>
          </p:cNvPr>
          <p:cNvSpPr/>
          <p:nvPr/>
        </p:nvSpPr>
        <p:spPr>
          <a:xfrm>
            <a:off x="-425292" y="4393906"/>
            <a:ext cx="4903884" cy="873408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8B04EEA7-6B24-056C-E669-8E7A7D3F7DA2}"/>
              </a:ext>
            </a:extLst>
          </p:cNvPr>
          <p:cNvSpPr/>
          <p:nvPr/>
        </p:nvSpPr>
        <p:spPr>
          <a:xfrm>
            <a:off x="2613834" y="3453390"/>
            <a:ext cx="615006" cy="914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13CC0BF-E98D-64E6-0D1D-5BE58A5C82C3}"/>
              </a:ext>
            </a:extLst>
          </p:cNvPr>
          <p:cNvSpPr/>
          <p:nvPr/>
        </p:nvSpPr>
        <p:spPr>
          <a:xfrm>
            <a:off x="7722516" y="3844323"/>
            <a:ext cx="3163608" cy="914400"/>
          </a:xfrm>
          <a:prstGeom prst="ellipse">
            <a:avLst/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C7C31B33-6113-3FE8-F48F-DB67EB91B93B}"/>
              </a:ext>
            </a:extLst>
          </p:cNvPr>
          <p:cNvSpPr/>
          <p:nvPr/>
        </p:nvSpPr>
        <p:spPr>
          <a:xfrm>
            <a:off x="1729545" y="2939164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693D2DEB-C67B-827A-98F5-4D1554845708}"/>
              </a:ext>
            </a:extLst>
          </p:cNvPr>
          <p:cNvSpPr/>
          <p:nvPr/>
        </p:nvSpPr>
        <p:spPr>
          <a:xfrm>
            <a:off x="9150848" y="3387123"/>
            <a:ext cx="615006" cy="914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61A3F5A-664D-274E-0F02-08C41A62B6FD}"/>
              </a:ext>
            </a:extLst>
          </p:cNvPr>
          <p:cNvCxnSpPr>
            <a:cxnSpLocks/>
          </p:cNvCxnSpPr>
          <p:nvPr/>
        </p:nvCxnSpPr>
        <p:spPr>
          <a:xfrm>
            <a:off x="6052226" y="340468"/>
            <a:ext cx="87549" cy="61867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E2C2FC7D-AD20-9EF8-AEB0-8E1F7B98DA7F}"/>
              </a:ext>
            </a:extLst>
          </p:cNvPr>
          <p:cNvSpPr/>
          <p:nvPr/>
        </p:nvSpPr>
        <p:spPr>
          <a:xfrm>
            <a:off x="8187811" y="3166278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2F4E96FB-8CBD-490F-4BC0-66807332CBC1}"/>
              </a:ext>
            </a:extLst>
          </p:cNvPr>
          <p:cNvSpPr/>
          <p:nvPr/>
        </p:nvSpPr>
        <p:spPr>
          <a:xfrm>
            <a:off x="8525444" y="3207691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743BB995-F052-D4ED-461E-69339010CBF7}"/>
              </a:ext>
            </a:extLst>
          </p:cNvPr>
          <p:cNvSpPr/>
          <p:nvPr/>
        </p:nvSpPr>
        <p:spPr>
          <a:xfrm>
            <a:off x="7977718" y="3398191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BB87580B-FB3C-4BB0-0466-53D1CEC82D2F}"/>
              </a:ext>
            </a:extLst>
          </p:cNvPr>
          <p:cNvSpPr/>
          <p:nvPr/>
        </p:nvSpPr>
        <p:spPr>
          <a:xfrm>
            <a:off x="8778076" y="3623478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879FCF6-1379-C19A-50EA-DD105728AC3F}"/>
              </a:ext>
            </a:extLst>
          </p:cNvPr>
          <p:cNvCxnSpPr>
            <a:cxnSpLocks/>
            <a:stCxn id="9" idx="3"/>
            <a:endCxn id="13" idx="3"/>
          </p:cNvCxnSpPr>
          <p:nvPr/>
        </p:nvCxnSpPr>
        <p:spPr>
          <a:xfrm>
            <a:off x="1028125" y="4159968"/>
            <a:ext cx="1893212" cy="20782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AA4A8FC-9BA4-FA70-C583-85DDB2098EF1}"/>
              </a:ext>
            </a:extLst>
          </p:cNvPr>
          <p:cNvCxnSpPr>
            <a:cxnSpLocks/>
            <a:stCxn id="5" idx="5"/>
            <a:endCxn id="13" idx="3"/>
          </p:cNvCxnSpPr>
          <p:nvPr/>
        </p:nvCxnSpPr>
        <p:spPr>
          <a:xfrm>
            <a:off x="2190800" y="3427274"/>
            <a:ext cx="730537" cy="9405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3D0AD4E-C94F-8611-EFF0-B4124574B6D3}"/>
              </a:ext>
            </a:extLst>
          </p:cNvPr>
          <p:cNvSpPr txBox="1"/>
          <p:nvPr/>
        </p:nvSpPr>
        <p:spPr>
          <a:xfrm>
            <a:off x="1020358" y="1165676"/>
            <a:ext cx="414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조작하지 않는 마네킹을 </a:t>
            </a:r>
            <a:r>
              <a:rPr lang="en-US" altLang="ko-KR" dirty="0"/>
              <a:t>follow </a:t>
            </a:r>
            <a:r>
              <a:rPr lang="ko-KR" altLang="en-US" dirty="0"/>
              <a:t>상태로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9E7BC3-0CE0-D5BC-36A6-766CD4C62358}"/>
              </a:ext>
            </a:extLst>
          </p:cNvPr>
          <p:cNvSpPr txBox="1"/>
          <p:nvPr/>
        </p:nvSpPr>
        <p:spPr>
          <a:xfrm>
            <a:off x="7045008" y="1165676"/>
            <a:ext cx="406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플레이어가 조작하는 마네킹을 </a:t>
            </a:r>
            <a:r>
              <a:rPr lang="en-US" altLang="ko-KR" dirty="0"/>
              <a:t>follow</a:t>
            </a:r>
            <a:endParaRPr lang="ko-KR" altLang="en-US" dirty="0"/>
          </a:p>
        </p:txBody>
      </p:sp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76AFC30B-E241-F4E0-C0EC-AE7827BB9A6B}"/>
              </a:ext>
            </a:extLst>
          </p:cNvPr>
          <p:cNvSpPr/>
          <p:nvPr/>
        </p:nvSpPr>
        <p:spPr>
          <a:xfrm>
            <a:off x="3879081" y="2170001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정찰</a:t>
            </a: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7D974594-0914-4D72-AC1F-1634BFCC63B8}"/>
              </a:ext>
            </a:extLst>
          </p:cNvPr>
          <p:cNvSpPr/>
          <p:nvPr/>
        </p:nvSpPr>
        <p:spPr>
          <a:xfrm>
            <a:off x="3967728" y="4881838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51299A5F-8A01-D0E0-78EF-0718778CDB40}"/>
              </a:ext>
            </a:extLst>
          </p:cNvPr>
          <p:cNvSpPr/>
          <p:nvPr/>
        </p:nvSpPr>
        <p:spPr>
          <a:xfrm>
            <a:off x="723384" y="2170001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1C52761-9F47-1D14-2630-F2145CC2AFCB}"/>
              </a:ext>
            </a:extLst>
          </p:cNvPr>
          <p:cNvCxnSpPr>
            <a:cxnSpLocks/>
            <a:stCxn id="56" idx="3"/>
            <a:endCxn id="38" idx="4"/>
          </p:cNvCxnSpPr>
          <p:nvPr/>
        </p:nvCxnSpPr>
        <p:spPr>
          <a:xfrm flipV="1">
            <a:off x="2026650" y="4586258"/>
            <a:ext cx="1846760" cy="2071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405C0FF-90C9-DB86-6D49-4B2E25848FC7}"/>
              </a:ext>
            </a:extLst>
          </p:cNvPr>
          <p:cNvCxnSpPr>
            <a:cxnSpLocks/>
            <a:stCxn id="42" idx="3"/>
          </p:cNvCxnSpPr>
          <p:nvPr/>
        </p:nvCxnSpPr>
        <p:spPr>
          <a:xfrm flipH="1" flipV="1">
            <a:off x="2442444" y="2542537"/>
            <a:ext cx="1744140" cy="603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3B658E2-2397-F782-DD34-456F3D61C31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921337" y="4367790"/>
            <a:ext cx="916813" cy="89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C9D8F380-61C6-30B7-3717-3B81074DBD23}"/>
              </a:ext>
            </a:extLst>
          </p:cNvPr>
          <p:cNvSpPr/>
          <p:nvPr/>
        </p:nvSpPr>
        <p:spPr>
          <a:xfrm>
            <a:off x="3665418" y="3671858"/>
            <a:ext cx="41598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C3AAC3D9-A42A-1EE7-24E5-3231568C17B1}"/>
              </a:ext>
            </a:extLst>
          </p:cNvPr>
          <p:cNvSpPr/>
          <p:nvPr/>
        </p:nvSpPr>
        <p:spPr>
          <a:xfrm>
            <a:off x="1719147" y="3817223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15A9B8DE-8501-9D56-803A-0E4E7CF5F96A}"/>
              </a:ext>
            </a:extLst>
          </p:cNvPr>
          <p:cNvSpPr/>
          <p:nvPr/>
        </p:nvSpPr>
        <p:spPr>
          <a:xfrm>
            <a:off x="720622" y="3183748"/>
            <a:ext cx="615006" cy="976220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AC30234-5E3E-5B27-EA7B-DF267927FE89}"/>
              </a:ext>
            </a:extLst>
          </p:cNvPr>
          <p:cNvSpPr txBox="1"/>
          <p:nvPr/>
        </p:nvSpPr>
        <p:spPr>
          <a:xfrm>
            <a:off x="7057031" y="99354"/>
            <a:ext cx="4038285" cy="7786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0" dirty="0">
                <a:solidFill>
                  <a:srgbClr val="C00000">
                    <a:alpha val="50000"/>
                  </a:srgbClr>
                </a:solidFill>
              </a:rPr>
              <a:t>X</a:t>
            </a:r>
            <a:endParaRPr lang="ko-KR" altLang="en-US" sz="50000" dirty="0">
              <a:solidFill>
                <a:srgbClr val="C00000">
                  <a:alpha val="50000"/>
                </a:srgbClr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510E75E-7F62-0E04-67F5-423595CB0322}"/>
              </a:ext>
            </a:extLst>
          </p:cNvPr>
          <p:cNvSpPr/>
          <p:nvPr/>
        </p:nvSpPr>
        <p:spPr>
          <a:xfrm>
            <a:off x="811904" y="1898249"/>
            <a:ext cx="4560990" cy="4448384"/>
          </a:xfrm>
          <a:prstGeom prst="ellipse">
            <a:avLst/>
          </a:prstGeom>
          <a:noFill/>
          <a:ln w="381000">
            <a:solidFill>
              <a:srgbClr val="00B0F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2333C9E-AA26-75D7-CC88-14EDAC36C550}"/>
              </a:ext>
            </a:extLst>
          </p:cNvPr>
          <p:cNvSpPr txBox="1"/>
          <p:nvPr/>
        </p:nvSpPr>
        <p:spPr>
          <a:xfrm>
            <a:off x="0" y="37039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Follow</a:t>
            </a:r>
            <a:r>
              <a:rPr lang="ko-KR" altLang="en-US" dirty="0"/>
              <a:t> 모드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491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FCCD76-B099-2604-9787-56A44BD5D297}"/>
              </a:ext>
            </a:extLst>
          </p:cNvPr>
          <p:cNvSpPr txBox="1"/>
          <p:nvPr/>
        </p:nvSpPr>
        <p:spPr>
          <a:xfrm>
            <a:off x="0" y="37039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직접 조작</a:t>
            </a:r>
            <a:r>
              <a:rPr lang="en-US" altLang="ko-KR" dirty="0"/>
              <a:t> </a:t>
            </a:r>
            <a:r>
              <a:rPr lang="ko-KR" altLang="en-US" dirty="0"/>
              <a:t>모드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E0AED84-02F9-DDA2-4A8F-6E29C42B7ECB}"/>
              </a:ext>
            </a:extLst>
          </p:cNvPr>
          <p:cNvGrpSpPr>
            <a:grpSpLocks noChangeAspect="1"/>
          </p:cNvGrpSpPr>
          <p:nvPr/>
        </p:nvGrpSpPr>
        <p:grpSpPr>
          <a:xfrm>
            <a:off x="6500619" y="739722"/>
            <a:ext cx="4357096" cy="4357096"/>
            <a:chOff x="-714250" y="0"/>
            <a:chExt cx="7528560" cy="7528560"/>
          </a:xfrm>
        </p:grpSpPr>
        <p:pic>
          <p:nvPicPr>
            <p:cNvPr id="6" name="그래픽 5" descr="미로 윤곽선">
              <a:extLst>
                <a:ext uri="{FF2B5EF4-FFF2-40B4-BE49-F238E27FC236}">
                  <a16:creationId xmlns:a16="http://schemas.microsoft.com/office/drawing/2014/main" id="{54497EB1-BBC5-97F2-723C-A65C6E3F44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714250" y="0"/>
              <a:ext cx="7528560" cy="7528560"/>
            </a:xfrm>
            <a:prstGeom prst="rect">
              <a:avLst/>
            </a:prstGeom>
          </p:spPr>
        </p:pic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5FF45B47-F8C5-FDCB-5DEE-30CC87A81C0D}"/>
                </a:ext>
              </a:extLst>
            </p:cNvPr>
            <p:cNvSpPr/>
            <p:nvPr/>
          </p:nvSpPr>
          <p:spPr>
            <a:xfrm>
              <a:off x="3351798" y="3316438"/>
              <a:ext cx="385012" cy="74930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02A56B50-03E8-46B7-9724-FA281FBC8AFC}"/>
                </a:ext>
              </a:extLst>
            </p:cNvPr>
            <p:cNvSpPr/>
            <p:nvPr/>
          </p:nvSpPr>
          <p:spPr>
            <a:xfrm>
              <a:off x="170126" y="3316438"/>
              <a:ext cx="385012" cy="74931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3AF43F78-176E-E4B0-B940-D278D8F82769}"/>
                </a:ext>
              </a:extLst>
            </p:cNvPr>
            <p:cNvSpPr/>
            <p:nvPr/>
          </p:nvSpPr>
          <p:spPr>
            <a:xfrm>
              <a:off x="4213749" y="853385"/>
              <a:ext cx="385012" cy="74931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3ABD7F7-E063-CFD4-E90B-CC1DA8147186}"/>
              </a:ext>
            </a:extLst>
          </p:cNvPr>
          <p:cNvGrpSpPr/>
          <p:nvPr/>
        </p:nvGrpSpPr>
        <p:grpSpPr>
          <a:xfrm>
            <a:off x="2329712" y="1386645"/>
            <a:ext cx="2659569" cy="3402429"/>
            <a:chOff x="2910308" y="1339175"/>
            <a:chExt cx="2659569" cy="3402429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31BB2A8-DAE8-DCD4-0130-0187733909D2}"/>
                </a:ext>
              </a:extLst>
            </p:cNvPr>
            <p:cNvSpPr/>
            <p:nvPr/>
          </p:nvSpPr>
          <p:spPr>
            <a:xfrm>
              <a:off x="2910308" y="3287949"/>
              <a:ext cx="914400" cy="914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55D647A-CC5F-3F6C-E666-42059B593D06}"/>
                </a:ext>
              </a:extLst>
            </p:cNvPr>
            <p:cNvSpPr/>
            <p:nvPr/>
          </p:nvSpPr>
          <p:spPr>
            <a:xfrm>
              <a:off x="2910308" y="1339175"/>
              <a:ext cx="914400" cy="914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E776033-9B38-498C-D3ED-7D34394B2753}"/>
                </a:ext>
              </a:extLst>
            </p:cNvPr>
            <p:cNvSpPr/>
            <p:nvPr/>
          </p:nvSpPr>
          <p:spPr>
            <a:xfrm>
              <a:off x="4655477" y="1339175"/>
              <a:ext cx="914400" cy="286317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A268F254-7ACB-5377-7FEC-99A9432E50D3}"/>
                </a:ext>
              </a:extLst>
            </p:cNvPr>
            <p:cNvSpPr/>
            <p:nvPr/>
          </p:nvSpPr>
          <p:spPr>
            <a:xfrm>
              <a:off x="4058181" y="2767288"/>
              <a:ext cx="222823" cy="43365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622F7AE6-693A-6E0C-8CC9-04686E0F3C94}"/>
                </a:ext>
              </a:extLst>
            </p:cNvPr>
            <p:cNvSpPr/>
            <p:nvPr/>
          </p:nvSpPr>
          <p:spPr>
            <a:xfrm>
              <a:off x="3870608" y="4307947"/>
              <a:ext cx="222823" cy="43365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이등변 삼각형 12">
              <a:extLst>
                <a:ext uri="{FF2B5EF4-FFF2-40B4-BE49-F238E27FC236}">
                  <a16:creationId xmlns:a16="http://schemas.microsoft.com/office/drawing/2014/main" id="{9100E164-5602-CCC7-2A48-BD79B48E7FE1}"/>
                </a:ext>
              </a:extLst>
            </p:cNvPr>
            <p:cNvSpPr/>
            <p:nvPr/>
          </p:nvSpPr>
          <p:spPr>
            <a:xfrm>
              <a:off x="4326892" y="4009063"/>
              <a:ext cx="222823" cy="433657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3CB34CFE-D4DC-7B39-227C-B59939008B56}"/>
                </a:ext>
              </a:extLst>
            </p:cNvPr>
            <p:cNvSpPr/>
            <p:nvPr/>
          </p:nvSpPr>
          <p:spPr>
            <a:xfrm>
              <a:off x="4275354" y="3311492"/>
              <a:ext cx="222823" cy="433657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A947FFE5-E7FD-3A7C-C17F-5F50CFD9B213}"/>
                </a:ext>
              </a:extLst>
            </p:cNvPr>
            <p:cNvSpPr/>
            <p:nvPr/>
          </p:nvSpPr>
          <p:spPr>
            <a:xfrm>
              <a:off x="3999651" y="3721115"/>
              <a:ext cx="222823" cy="433657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DAF13BCB-8EC3-6755-49B6-74AF42664F44}"/>
                </a:ext>
              </a:extLst>
            </p:cNvPr>
            <p:cNvCxnSpPr>
              <a:cxnSpLocks/>
              <a:stCxn id="22" idx="3"/>
              <a:endCxn id="11" idx="4"/>
            </p:cNvCxnSpPr>
            <p:nvPr/>
          </p:nvCxnSpPr>
          <p:spPr>
            <a:xfrm flipV="1">
              <a:off x="4111063" y="3200945"/>
              <a:ext cx="58530" cy="95382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BE5E7F3E-BC90-345F-720B-2A19FB8B1C33}"/>
                </a:ext>
              </a:extLst>
            </p:cNvPr>
            <p:cNvCxnSpPr>
              <a:stCxn id="20" idx="3"/>
              <a:endCxn id="11" idx="4"/>
            </p:cNvCxnSpPr>
            <p:nvPr/>
          </p:nvCxnSpPr>
          <p:spPr>
            <a:xfrm flipH="1" flipV="1">
              <a:off x="4169593" y="3200945"/>
              <a:ext cx="217173" cy="54420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CE6A8EED-44D1-BF72-F354-88F44198F02C}"/>
                </a:ext>
              </a:extLst>
            </p:cNvPr>
            <p:cNvCxnSpPr>
              <a:cxnSpLocks/>
              <a:stCxn id="13" idx="3"/>
              <a:endCxn id="11" idx="4"/>
            </p:cNvCxnSpPr>
            <p:nvPr/>
          </p:nvCxnSpPr>
          <p:spPr>
            <a:xfrm flipH="1" flipV="1">
              <a:off x="4169593" y="3200945"/>
              <a:ext cx="268711" cy="124177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FF849848-FD71-A497-2147-76589029EE68}"/>
                </a:ext>
              </a:extLst>
            </p:cNvPr>
            <p:cNvCxnSpPr>
              <a:cxnSpLocks/>
              <a:stCxn id="12" idx="3"/>
              <a:endCxn id="11" idx="2"/>
            </p:cNvCxnSpPr>
            <p:nvPr/>
          </p:nvCxnSpPr>
          <p:spPr>
            <a:xfrm rot="5400000" flipH="1" flipV="1">
              <a:off x="3141356" y="3824780"/>
              <a:ext cx="1757487" cy="76161"/>
            </a:xfrm>
            <a:prstGeom prst="bentConnector4">
              <a:avLst>
                <a:gd name="adj1" fmla="val 8498"/>
                <a:gd name="adj2" fmla="val -1783123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D46DA5D-45BD-A2CE-0387-1C15BF51B23D}"/>
              </a:ext>
            </a:extLst>
          </p:cNvPr>
          <p:cNvSpPr txBox="1"/>
          <p:nvPr/>
        </p:nvSpPr>
        <p:spPr>
          <a:xfrm>
            <a:off x="1926504" y="5236616"/>
            <a:ext cx="3430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반복적이고 일관적인 </a:t>
            </a:r>
            <a:endParaRPr lang="en-US" altLang="ko-KR" dirty="0"/>
          </a:p>
          <a:p>
            <a:pPr algn="ctr"/>
            <a:r>
              <a:rPr lang="ko-KR" altLang="en-US" dirty="0"/>
              <a:t>추격 상황이나 대치 상황에서</a:t>
            </a:r>
            <a:endParaRPr lang="en-US" altLang="ko-KR" dirty="0"/>
          </a:p>
          <a:p>
            <a:pPr algn="ctr"/>
            <a:r>
              <a:rPr lang="ko-KR" altLang="en-US" dirty="0"/>
              <a:t>플레이어의 개입으로 상황 정리</a:t>
            </a:r>
            <a:endParaRPr lang="en-US" altLang="ko-K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211CB4-FE9B-4906-6849-2C9C3A0A9F9C}"/>
              </a:ext>
            </a:extLst>
          </p:cNvPr>
          <p:cNvSpPr txBox="1"/>
          <p:nvPr/>
        </p:nvSpPr>
        <p:spPr>
          <a:xfrm>
            <a:off x="6651208" y="5236616"/>
            <a:ext cx="4055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정지 효과를 통해서</a:t>
            </a:r>
            <a:endParaRPr lang="en-US" altLang="ko-KR" dirty="0"/>
          </a:p>
          <a:p>
            <a:pPr algn="ctr"/>
            <a:r>
              <a:rPr lang="ko-KR" altLang="en-US" dirty="0"/>
              <a:t>인간 플레이어의 이동 경로 제한 효과</a:t>
            </a:r>
          </a:p>
        </p:txBody>
      </p:sp>
    </p:spTree>
    <p:extLst>
      <p:ext uri="{BB962C8B-B14F-4D97-AF65-F5344CB8AC3E}">
        <p14:creationId xmlns:p14="http://schemas.microsoft.com/office/powerpoint/2010/main" val="2771908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206</Words>
  <Application>Microsoft Office PowerPoint</Application>
  <PresentationFormat>와이드스크린</PresentationFormat>
  <Paragraphs>62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승우 홍</dc:creator>
  <cp:lastModifiedBy>승우 홍</cp:lastModifiedBy>
  <cp:revision>5</cp:revision>
  <dcterms:created xsi:type="dcterms:W3CDTF">2026-10-12T13:23:40Z</dcterms:created>
  <dcterms:modified xsi:type="dcterms:W3CDTF">2026-10-12T15:10:10Z</dcterms:modified>
</cp:coreProperties>
</file>