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62" r:id="rId3"/>
    <p:sldId id="267" r:id="rId4"/>
    <p:sldId id="270" r:id="rId5"/>
    <p:sldId id="271" r:id="rId6"/>
    <p:sldId id="269" r:id="rId7"/>
    <p:sldId id="272" r:id="rId8"/>
    <p:sldId id="274" r:id="rId9"/>
    <p:sldId id="265" r:id="rId10"/>
    <p:sldId id="266" r:id="rId11"/>
    <p:sldId id="260" r:id="rId12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개요" id="{2487D491-6215-441A-B0A3-0DF8AB0F3620}">
          <p14:sldIdLst>
            <p14:sldId id="256"/>
            <p14:sldId id="262"/>
          </p14:sldIdLst>
        </p14:section>
        <p14:section name="본문" id="{A3944082-C302-4B97-A64C-6ABBBF259612}">
          <p14:sldIdLst>
            <p14:sldId id="267"/>
            <p14:sldId id="270"/>
            <p14:sldId id="271"/>
            <p14:sldId id="269"/>
          </p14:sldIdLst>
        </p14:section>
        <p14:section name="개발시 유의사항" id="{ECFA4544-E1F7-44EE-99A5-D038B0B3DE06}">
          <p14:sldIdLst>
            <p14:sldId id="272"/>
            <p14:sldId id="274"/>
            <p14:sldId id="265"/>
            <p14:sldId id="266"/>
          </p14:sldIdLst>
        </p14:section>
        <p14:section name="예외처리 고민" id="{BD8BF20E-B7AE-46A8-8B17-C3E9CD1EF3E6}">
          <p14:sldIdLst>
            <p14:sldId id="260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>
        <p:scale>
          <a:sx n="125" d="100"/>
          <a:sy n="125" d="100"/>
        </p:scale>
        <p:origin x="894" y="57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A7F2F64-CB20-7B90-83AF-83476B164CA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A3E8DFAA-E863-0F3A-2D5F-399317A3DB1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630DE690-FBC7-1ECC-AEAB-06B67C6D611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F888A1-FD56-4816-8724-593F24CF4469}" type="datetimeFigureOut">
              <a:rPr lang="ko-KR" altLang="en-US" smtClean="0"/>
              <a:t>2026-09-25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1F9F00D0-8DF2-27D9-0AFE-8E06F15A2DE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AE55C7E3-95BF-DF46-8DF4-8CF6982C22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F14269-3C32-475E-A503-DB3FAFEFD29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880872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7B27594-FE8A-94D6-1EE0-FBC03614E4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16C809BB-6711-AB8A-A007-8D8275DD563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72C04AE0-B3E1-2C68-5C6B-7272EE88498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F888A1-FD56-4816-8724-593F24CF4469}" type="datetimeFigureOut">
              <a:rPr lang="ko-KR" altLang="en-US" smtClean="0"/>
              <a:t>2026-09-25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CDCC7961-A4E3-FE03-6622-54C2B222C8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205B0CF5-AD96-ACFB-A1B7-01983BE9DF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F14269-3C32-475E-A503-DB3FAFEFD29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2212387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EA51CE6-0782-549D-72D9-31C653C6182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B7D290E9-0366-9767-9FDE-67071182ACB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7E966F8A-1FF7-EDAC-1C2B-54404515EF1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F888A1-FD56-4816-8724-593F24CF4469}" type="datetimeFigureOut">
              <a:rPr lang="ko-KR" altLang="en-US" smtClean="0"/>
              <a:t>2026-09-25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5396FA93-FA2D-F9F7-875A-719E8FC850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743854B7-F3EC-0B90-64FB-75AC14D34D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F14269-3C32-475E-A503-DB3FAFEFD29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63349133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ECDB335-EB1C-071B-3D8A-A53FE139C82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CF2FC9EB-D596-2B74-A608-D135D4A9DE4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EC14688C-9BB8-329D-16A6-95EF8B8CB8B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1DDA64EB-4836-4211-A5E5-2BFF1806DA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F888A1-FD56-4816-8724-593F24CF4469}" type="datetimeFigureOut">
              <a:rPr lang="ko-KR" altLang="en-US" smtClean="0"/>
              <a:t>2026-09-25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1E8A65EB-0197-0F25-F052-435ADF58DA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002C237D-465C-80EC-1466-34BE229753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F14269-3C32-475E-A503-DB3FAFEFD29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1566545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4C73BB9-AFE1-BF83-9106-787C1C58F8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60FFFBE0-2D64-E660-3D44-6770C48BCE5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78C8BCF9-995C-8EF8-F505-A1C954CCC4A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48EC3099-F2BB-F188-8707-92AFB127B2A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13CB9607-459F-9BAB-A153-061883FC6CC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71F08228-56B3-F04F-760D-D1D04560CC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F888A1-FD56-4816-8724-593F24CF4469}" type="datetimeFigureOut">
              <a:rPr lang="ko-KR" altLang="en-US" smtClean="0"/>
              <a:t>2026-09-25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C413D72C-D66D-4D34-5324-9769F4AB1E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5689A658-9D8B-373D-C17B-75DDCA8BED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F14269-3C32-475E-A503-DB3FAFEFD29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5912391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9D28461-7572-D42F-B4BD-DEF44865EA3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AE91AFB1-69D2-066E-57ED-59C7707B2DF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F888A1-FD56-4816-8724-593F24CF4469}" type="datetimeFigureOut">
              <a:rPr lang="ko-KR" altLang="en-US" smtClean="0"/>
              <a:t>2026-09-25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98F5AB70-AAC8-E3E1-1963-E396648457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774FCE73-1143-F01B-1E29-CE28EADAD6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F14269-3C32-475E-A503-DB3FAFEFD29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8272409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AC7D6B94-86C3-732C-1458-B57701C064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F888A1-FD56-4816-8724-593F24CF4469}" type="datetimeFigureOut">
              <a:rPr lang="ko-KR" altLang="en-US" smtClean="0"/>
              <a:t>2026-09-25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E5889535-666A-6E8E-9980-7A2E035F7E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E8FF405A-6BFF-D112-033C-297FD77499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F14269-3C32-475E-A503-DB3FAFEFD29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63022570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00B4D63-5CB2-A346-2003-9C9637BD745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D1CD5F39-01A1-500E-B8CF-3835731EBD4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FD05AF97-C56D-DDF6-3DFF-62CC7F7BBE9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FD6081BA-9CE0-C4A6-5DFD-C379B3BAE2E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F888A1-FD56-4816-8724-593F24CF4469}" type="datetimeFigureOut">
              <a:rPr lang="ko-KR" altLang="en-US" smtClean="0"/>
              <a:t>2026-09-25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98321B0E-052B-0E98-5786-158C97C0F8F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32E1A754-0453-9FBD-BC38-623DD44989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F14269-3C32-475E-A503-DB3FAFEFD29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3079570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90B3DDF-2AEB-4256-D346-64F94CEA11E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299B9E85-235C-3952-FBAE-0D3460D8428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1086D84A-4ECD-B965-D517-4DC93DE8151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4786B877-2818-CE93-214A-B295028AE5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F888A1-FD56-4816-8724-593F24CF4469}" type="datetimeFigureOut">
              <a:rPr lang="ko-KR" altLang="en-US" smtClean="0"/>
              <a:t>2026-09-25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AD0F8D8A-A555-DE38-537A-E34E4C5562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2F04AE3E-BA44-7FFD-39D9-3BBA38A50B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F14269-3C32-475E-A503-DB3FAFEFD29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9650117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C303694-432B-BC28-996A-BD639B235D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04EF577C-D037-98A4-B732-96863031C49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F5628144-24E6-1B45-BDD8-36A6B055500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F888A1-FD56-4816-8724-593F24CF4469}" type="datetimeFigureOut">
              <a:rPr lang="ko-KR" altLang="en-US" smtClean="0"/>
              <a:t>2026-09-25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9DEFFA84-C744-FE20-7C24-7EE91597391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C5A86C72-8EA4-37E8-9747-4433CA63BB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F14269-3C32-475E-A503-DB3FAFEFD29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4774586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A28C2296-99DE-04B7-6263-D6BAD30E450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0E06616F-244B-5669-EA42-0167D55D3E9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2E9549C3-FB9E-0C71-EA89-EDB5D5054D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F888A1-FD56-4816-8724-593F24CF4469}" type="datetimeFigureOut">
              <a:rPr lang="ko-KR" altLang="en-US" smtClean="0"/>
              <a:t>2026-09-25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1C42F86F-6FC9-01E0-56AE-A0F86C42A1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7502CE6A-9126-4890-16B1-4F4E04AD2A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F14269-3C32-475E-A503-DB3FAFEFD29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4870285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9CC19697-F7BD-1CAC-1C6F-3A1090D9F4D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6B1B4F97-9A73-A9F9-A246-48C71531D33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57323B79-7529-3513-042A-1F5C00E771B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AF888A1-FD56-4816-8724-593F24CF4469}" type="datetimeFigureOut">
              <a:rPr lang="ko-KR" altLang="en-US" smtClean="0"/>
              <a:t>2026-09-25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295B34B9-0D36-47D5-A14A-425B0879098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393B9E8B-EFBE-1AC0-738B-79DE092EC0D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8F14269-3C32-475E-A503-DB3FAFEFD29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5861524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svg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3.sv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4.svg"/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svg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4.svg"/><Relationship Id="rId4" Type="http://schemas.openxmlformats.org/officeDocument/2006/relationships/image" Target="../media/image3.sv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svg"/><Relationship Id="rId2" Type="http://schemas.openxmlformats.org/officeDocument/2006/relationships/image" Target="../media/image6.svg"/><Relationship Id="rId1" Type="http://schemas.openxmlformats.org/officeDocument/2006/relationships/slideLayout" Target="../slideLayouts/slideLayout5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9C598FA-4CB7-EFE3-D003-31B9DA44FE83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ko-KR" altLang="en-US" dirty="0"/>
              <a:t>백화점 화재사건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A7A1A63D-AA99-9991-FFB4-53BF0B5D4415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r>
              <a:rPr lang="ko-KR" altLang="en-US" dirty="0"/>
              <a:t>심박수 시스템 기획서</a:t>
            </a:r>
            <a:br>
              <a:rPr lang="en-US" altLang="ko-KR" dirty="0"/>
            </a:br>
            <a:r>
              <a:rPr lang="en-US" altLang="ko-KR" dirty="0"/>
              <a:t>@</a:t>
            </a:r>
            <a:r>
              <a:rPr lang="ko-KR" altLang="en-US" dirty="0" err="1"/>
              <a:t>백경철</a:t>
            </a:r>
            <a:r>
              <a:rPr lang="ko-KR" altLang="en-US" dirty="0"/>
              <a:t> </a:t>
            </a:r>
            <a:r>
              <a:rPr lang="en-US" altLang="ko-KR" dirty="0"/>
              <a:t>only</a:t>
            </a:r>
          </a:p>
        </p:txBody>
      </p:sp>
    </p:spTree>
    <p:extLst>
      <p:ext uri="{BB962C8B-B14F-4D97-AF65-F5344CB8AC3E}">
        <p14:creationId xmlns:p14="http://schemas.microsoft.com/office/powerpoint/2010/main" val="365364156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5F1E381-16BB-0993-6DAA-D90B26B6F4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기획 의도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139A68C-11D2-5E59-28A8-D24A2F3E4A48}"/>
              </a:ext>
            </a:extLst>
          </p:cNvPr>
          <p:cNvSpPr txBox="1"/>
          <p:nvPr/>
        </p:nvSpPr>
        <p:spPr>
          <a:xfrm>
            <a:off x="838200" y="2191967"/>
            <a:ext cx="10236200" cy="350865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1800" dirty="0"/>
              <a:t>3. 결정 및 개발 방향</a:t>
            </a:r>
          </a:p>
          <a:p>
            <a:endParaRPr lang="ko-KR" altLang="en-US" sz="1800" dirty="0"/>
          </a:p>
          <a:p>
            <a:pPr marL="285750" indent="-285750">
              <a:buFontTx/>
              <a:buChar char="-"/>
            </a:pPr>
            <a:r>
              <a:rPr lang="ko-KR" altLang="en-US" sz="1800" dirty="0"/>
              <a:t>심장 박동 효과음에 거리 기반 긴장 유지와 최초 조우에 따른 일시적 놀람을 함께 반영한다.</a:t>
            </a:r>
            <a:endParaRPr lang="en-US" altLang="ko-KR" sz="1800" dirty="0"/>
          </a:p>
          <a:p>
            <a:endParaRPr lang="ko-KR" altLang="en-US" sz="1800" dirty="0"/>
          </a:p>
          <a:p>
            <a:pPr marL="285750" indent="-285750">
              <a:buFontTx/>
              <a:buChar char="-"/>
            </a:pPr>
            <a:r>
              <a:rPr lang="ko-KR" altLang="en-US" sz="1800" dirty="0"/>
              <a:t>거리 기반 </a:t>
            </a:r>
            <a:r>
              <a:rPr lang="ko-KR" altLang="en-US" dirty="0"/>
              <a:t>심박수</a:t>
            </a:r>
            <a:br>
              <a:rPr lang="en-US" altLang="ko-KR" dirty="0"/>
            </a:br>
            <a:r>
              <a:rPr lang="ko-KR" altLang="en-US" sz="1800" dirty="0"/>
              <a:t>마네킹이 가까울수록 높인다</a:t>
            </a:r>
            <a:endParaRPr lang="en-US" altLang="ko-KR" sz="1800" dirty="0"/>
          </a:p>
          <a:p>
            <a:pPr marL="285750" indent="-285750">
              <a:buFontTx/>
              <a:buChar char="-"/>
            </a:pPr>
            <a:endParaRPr lang="ko-KR" altLang="en-US" sz="1800" dirty="0"/>
          </a:p>
          <a:p>
            <a:pPr marL="285750" indent="-285750">
              <a:buFontTx/>
              <a:buChar char="-"/>
            </a:pPr>
            <a:r>
              <a:rPr lang="ko-KR" altLang="en-US" dirty="0"/>
              <a:t>조우거리 기반 심박수 변화</a:t>
            </a:r>
            <a:br>
              <a:rPr lang="en-US" altLang="ko-KR" sz="1800" dirty="0"/>
            </a:br>
            <a:r>
              <a:rPr lang="ko-KR" altLang="en-US" sz="1800" dirty="0"/>
              <a:t>최초 시야 진입 시에는 조우 거리가 가까울수록 </a:t>
            </a:r>
            <a:r>
              <a:rPr lang="ko-KR" altLang="en-US" dirty="0"/>
              <a:t>심박수를</a:t>
            </a:r>
            <a:r>
              <a:rPr lang="ko-KR" altLang="en-US" sz="1800" dirty="0"/>
              <a:t> 높인다.</a:t>
            </a:r>
            <a:br>
              <a:rPr lang="en-US" altLang="ko-KR" dirty="0"/>
            </a:br>
            <a:r>
              <a:rPr lang="ko-KR" altLang="en-US" sz="1800" dirty="0"/>
              <a:t>조우 심박수는 시간 경과에 따라 </a:t>
            </a:r>
            <a:r>
              <a:rPr lang="en-US" altLang="ko-KR" sz="1800" dirty="0"/>
              <a:t>0</a:t>
            </a:r>
            <a:r>
              <a:rPr lang="ko-KR" altLang="en-US" sz="1800" dirty="0"/>
              <a:t>으로 감소하되, 거리 기반 심박수</a:t>
            </a:r>
            <a:r>
              <a:rPr lang="ko-KR" altLang="en-US" dirty="0"/>
              <a:t>에 영향을 주지 않는다</a:t>
            </a:r>
            <a:r>
              <a:rPr lang="ko-KR" altLang="en-US" sz="1800" dirty="0"/>
              <a:t>.</a:t>
            </a:r>
            <a:endParaRPr lang="en-US" altLang="ko-KR" sz="1800" dirty="0"/>
          </a:p>
          <a:p>
            <a:pPr marL="285750" indent="-285750">
              <a:buFontTx/>
              <a:buChar char="-"/>
            </a:pPr>
            <a:endParaRPr lang="en-US" altLang="ko-KR" dirty="0"/>
          </a:p>
          <a:p>
            <a:pPr marL="285750" indent="-285750">
              <a:buFontTx/>
              <a:buChar char="-"/>
            </a:pPr>
            <a:r>
              <a:rPr lang="ko-KR" altLang="en-US" sz="2400" dirty="0"/>
              <a:t>현재 심박수 </a:t>
            </a:r>
            <a:r>
              <a:rPr lang="en-US" altLang="ko-KR" sz="2400" dirty="0"/>
              <a:t>bpm = </a:t>
            </a:r>
            <a:r>
              <a:rPr lang="ko-KR" altLang="en-US" sz="2400" dirty="0"/>
              <a:t>거리기반 심박수 </a:t>
            </a:r>
            <a:r>
              <a:rPr lang="en-US" altLang="ko-KR" sz="2400" dirty="0"/>
              <a:t>bpm</a:t>
            </a:r>
            <a:r>
              <a:rPr lang="ko-KR" altLang="en-US" sz="2400" dirty="0"/>
              <a:t> </a:t>
            </a:r>
            <a:r>
              <a:rPr lang="en-US" altLang="ko-KR" sz="2400" dirty="0"/>
              <a:t>+ </a:t>
            </a:r>
            <a:r>
              <a:rPr lang="ko-KR" altLang="en-US" sz="2400" dirty="0"/>
              <a:t>조우기반 심박수</a:t>
            </a:r>
            <a:r>
              <a:rPr lang="en-US" altLang="ko-KR" sz="2400" dirty="0"/>
              <a:t> bpm</a:t>
            </a:r>
            <a:endParaRPr lang="ko-KR" altLang="en-US" sz="2400" dirty="0"/>
          </a:p>
        </p:txBody>
      </p:sp>
    </p:spTree>
    <p:extLst>
      <p:ext uri="{BB962C8B-B14F-4D97-AF65-F5344CB8AC3E}">
        <p14:creationId xmlns:p14="http://schemas.microsoft.com/office/powerpoint/2010/main" val="250308599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9625467-2B10-9B54-2BEC-F05A00E984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ko-KR" altLang="en-US" dirty="0"/>
              <a:t>거리기반 심박수</a:t>
            </a:r>
            <a:br>
              <a:rPr lang="en-US" altLang="ko-KR" dirty="0"/>
            </a:br>
            <a:r>
              <a:rPr lang="ko-KR" altLang="en-US" sz="1300" dirty="0"/>
              <a:t>마네킹이 근처에 있을 때 심장 박동음을 통해 플레이어의 긴장감을 유지하는 것을 목적으로 한다</a:t>
            </a:r>
            <a:r>
              <a:rPr lang="en-US" altLang="ko-KR" sz="1300" dirty="0"/>
              <a:t>.</a:t>
            </a:r>
            <a:endParaRPr lang="ko-KR" altLang="en-US" sz="1300" dirty="0"/>
          </a:p>
        </p:txBody>
      </p:sp>
      <p:grpSp>
        <p:nvGrpSpPr>
          <p:cNvPr id="105" name="그룹 104">
            <a:extLst>
              <a:ext uri="{FF2B5EF4-FFF2-40B4-BE49-F238E27FC236}">
                <a16:creationId xmlns:a16="http://schemas.microsoft.com/office/drawing/2014/main" id="{EDF84956-5477-9BC6-0D74-D00D050F89A1}"/>
              </a:ext>
            </a:extLst>
          </p:cNvPr>
          <p:cNvGrpSpPr/>
          <p:nvPr/>
        </p:nvGrpSpPr>
        <p:grpSpPr>
          <a:xfrm>
            <a:off x="330867" y="2674664"/>
            <a:ext cx="2549433" cy="2558866"/>
            <a:chOff x="119124" y="2068992"/>
            <a:chExt cx="3228056" cy="3240000"/>
          </a:xfrm>
        </p:grpSpPr>
        <p:pic>
          <p:nvPicPr>
            <p:cNvPr id="68" name="그래픽 67" descr="심장 박동 단색으로 채워진">
              <a:extLst>
                <a:ext uri="{FF2B5EF4-FFF2-40B4-BE49-F238E27FC236}">
                  <a16:creationId xmlns:a16="http://schemas.microsoft.com/office/drawing/2014/main" id="{36E453C1-B3B5-869F-C89F-4FCC3BDDCF59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p:blipFill>
          <p:spPr>
            <a:xfrm>
              <a:off x="2187010" y="3674335"/>
              <a:ext cx="375930" cy="375930"/>
            </a:xfrm>
            <a:prstGeom prst="rect">
              <a:avLst/>
            </a:prstGeom>
          </p:spPr>
        </p:pic>
        <p:grpSp>
          <p:nvGrpSpPr>
            <p:cNvPr id="26" name="그룹 25">
              <a:extLst>
                <a:ext uri="{FF2B5EF4-FFF2-40B4-BE49-F238E27FC236}">
                  <a16:creationId xmlns:a16="http://schemas.microsoft.com/office/drawing/2014/main" id="{D7A1EA5A-439D-2845-E85B-8482EE260412}"/>
                </a:ext>
              </a:extLst>
            </p:cNvPr>
            <p:cNvGrpSpPr/>
            <p:nvPr/>
          </p:nvGrpSpPr>
          <p:grpSpPr>
            <a:xfrm>
              <a:off x="119124" y="2068992"/>
              <a:ext cx="3228056" cy="3240000"/>
              <a:chOff x="1147350" y="2177298"/>
              <a:chExt cx="3228056" cy="3240000"/>
            </a:xfrm>
          </p:grpSpPr>
          <p:sp>
            <p:nvSpPr>
              <p:cNvPr id="10" name="부분 원형 9">
                <a:extLst>
                  <a:ext uri="{FF2B5EF4-FFF2-40B4-BE49-F238E27FC236}">
                    <a16:creationId xmlns:a16="http://schemas.microsoft.com/office/drawing/2014/main" id="{44523AAA-2162-B1CC-418C-80BCDA469F1B}"/>
                  </a:ext>
                </a:extLst>
              </p:cNvPr>
              <p:cNvSpPr/>
              <p:nvPr/>
            </p:nvSpPr>
            <p:spPr>
              <a:xfrm rot="12433936">
                <a:off x="1147350" y="2177298"/>
                <a:ext cx="3228056" cy="3240000"/>
              </a:xfrm>
              <a:prstGeom prst="pie">
                <a:avLst>
                  <a:gd name="adj1" fmla="val 406599"/>
                  <a:gd name="adj2" fmla="val 7128648"/>
                </a:avLst>
              </a:prstGeom>
              <a:solidFill>
                <a:srgbClr val="FFFF99"/>
              </a:solidFill>
              <a:ln>
                <a:solidFill>
                  <a:srgbClr val="FFC000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12" name="타원 11">
                <a:extLst>
                  <a:ext uri="{FF2B5EF4-FFF2-40B4-BE49-F238E27FC236}">
                    <a16:creationId xmlns:a16="http://schemas.microsoft.com/office/drawing/2014/main" id="{96878EF5-B5F0-A4C3-2FBB-6317EE7CA4C7}"/>
                  </a:ext>
                </a:extLst>
              </p:cNvPr>
              <p:cNvSpPr/>
              <p:nvPr/>
            </p:nvSpPr>
            <p:spPr>
              <a:xfrm>
                <a:off x="2700538" y="3819489"/>
                <a:ext cx="133624" cy="308832"/>
              </a:xfrm>
              <a:prstGeom prst="ellipse">
                <a:avLst/>
              </a:prstGeom>
              <a:solidFill>
                <a:schemeClr val="accent1">
                  <a:lumMod val="60000"/>
                  <a:lumOff val="40000"/>
                </a:schemeClr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</p:grpSp>
        <p:sp>
          <p:nvSpPr>
            <p:cNvPr id="3" name="이등변 삼각형 2">
              <a:extLst>
                <a:ext uri="{FF2B5EF4-FFF2-40B4-BE49-F238E27FC236}">
                  <a16:creationId xmlns:a16="http://schemas.microsoft.com/office/drawing/2014/main" id="{EB759615-84E2-6C3A-9802-352E66928BC7}"/>
                </a:ext>
              </a:extLst>
            </p:cNvPr>
            <p:cNvSpPr/>
            <p:nvPr/>
          </p:nvSpPr>
          <p:spPr>
            <a:xfrm>
              <a:off x="1233633" y="2317229"/>
              <a:ext cx="133052" cy="233874"/>
            </a:xfrm>
            <a:prstGeom prst="triangle">
              <a:avLst/>
            </a:prstGeom>
            <a:solidFill>
              <a:srgbClr val="FF0000"/>
            </a:solidFill>
            <a:ln>
              <a:solidFill>
                <a:srgbClr val="C0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35" name="이등변 삼각형 34">
              <a:extLst>
                <a:ext uri="{FF2B5EF4-FFF2-40B4-BE49-F238E27FC236}">
                  <a16:creationId xmlns:a16="http://schemas.microsoft.com/office/drawing/2014/main" id="{68A3D7BF-E091-EF98-30C6-43767353E259}"/>
                </a:ext>
              </a:extLst>
            </p:cNvPr>
            <p:cNvSpPr/>
            <p:nvPr/>
          </p:nvSpPr>
          <p:spPr>
            <a:xfrm>
              <a:off x="2740743" y="3748662"/>
              <a:ext cx="133052" cy="233874"/>
            </a:xfrm>
            <a:prstGeom prst="triangle">
              <a:avLst/>
            </a:prstGeom>
            <a:solidFill>
              <a:srgbClr val="FF0000"/>
            </a:solidFill>
            <a:ln>
              <a:solidFill>
                <a:srgbClr val="C0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cxnSp>
          <p:nvCxnSpPr>
            <p:cNvPr id="15" name="직선 화살표 연결선 14">
              <a:extLst>
                <a:ext uri="{FF2B5EF4-FFF2-40B4-BE49-F238E27FC236}">
                  <a16:creationId xmlns:a16="http://schemas.microsoft.com/office/drawing/2014/main" id="{DDC89470-9B91-0042-7084-CDAF0454AD24}"/>
                </a:ext>
              </a:extLst>
            </p:cNvPr>
            <p:cNvCxnSpPr>
              <a:cxnSpLocks/>
              <a:endCxn id="12" idx="0"/>
            </p:cNvCxnSpPr>
            <p:nvPr/>
          </p:nvCxnSpPr>
          <p:spPr>
            <a:xfrm>
              <a:off x="1358900" y="2551103"/>
              <a:ext cx="380224" cy="1160080"/>
            </a:xfrm>
            <a:prstGeom prst="straightConnector1">
              <a:avLst/>
            </a:prstGeom>
            <a:ln w="38100">
              <a:solidFill>
                <a:srgbClr val="FF0000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직선 화살표 연결선 17">
              <a:extLst>
                <a:ext uri="{FF2B5EF4-FFF2-40B4-BE49-F238E27FC236}">
                  <a16:creationId xmlns:a16="http://schemas.microsoft.com/office/drawing/2014/main" id="{1788617F-4F80-41AC-3981-70CF3972F20A}"/>
                </a:ext>
              </a:extLst>
            </p:cNvPr>
            <p:cNvCxnSpPr>
              <a:cxnSpLocks/>
              <a:stCxn id="35" idx="1"/>
              <a:endCxn id="12" idx="6"/>
            </p:cNvCxnSpPr>
            <p:nvPr/>
          </p:nvCxnSpPr>
          <p:spPr>
            <a:xfrm flipH="1">
              <a:off x="1805936" y="3865599"/>
              <a:ext cx="968070" cy="0"/>
            </a:xfrm>
            <a:prstGeom prst="straightConnector1">
              <a:avLst/>
            </a:prstGeom>
            <a:ln w="38100">
              <a:solidFill>
                <a:schemeClr val="tx1">
                  <a:lumMod val="50000"/>
                  <a:lumOff val="50000"/>
                </a:schemeClr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pic>
          <p:nvPicPr>
            <p:cNvPr id="21" name="그래픽 20" descr="심장 박동 단색으로 채워진">
              <a:extLst>
                <a:ext uri="{FF2B5EF4-FFF2-40B4-BE49-F238E27FC236}">
                  <a16:creationId xmlns:a16="http://schemas.microsoft.com/office/drawing/2014/main" id="{1E431A35-729E-C874-03F2-E8D8C38A8AD8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1324931" y="2823326"/>
              <a:ext cx="375930" cy="375930"/>
            </a:xfrm>
            <a:prstGeom prst="rect">
              <a:avLst/>
            </a:prstGeom>
          </p:spPr>
        </p:pic>
        <p:sp>
          <p:nvSpPr>
            <p:cNvPr id="24" name="TextBox 23">
              <a:extLst>
                <a:ext uri="{FF2B5EF4-FFF2-40B4-BE49-F238E27FC236}">
                  <a16:creationId xmlns:a16="http://schemas.microsoft.com/office/drawing/2014/main" id="{CC407238-7E6F-DE2A-385E-7EEC4634E610}"/>
                </a:ext>
              </a:extLst>
            </p:cNvPr>
            <p:cNvSpPr txBox="1"/>
            <p:nvPr/>
          </p:nvSpPr>
          <p:spPr>
            <a:xfrm>
              <a:off x="2165624" y="3578464"/>
              <a:ext cx="653622" cy="63381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1200" b="1" dirty="0"/>
                <a:t>X</a:t>
              </a:r>
              <a:endParaRPr lang="ko-KR" altLang="en-US" sz="1200" b="1" dirty="0"/>
            </a:p>
          </p:txBody>
        </p:sp>
      </p:grpSp>
      <p:grpSp>
        <p:nvGrpSpPr>
          <p:cNvPr id="106" name="그룹 105">
            <a:extLst>
              <a:ext uri="{FF2B5EF4-FFF2-40B4-BE49-F238E27FC236}">
                <a16:creationId xmlns:a16="http://schemas.microsoft.com/office/drawing/2014/main" id="{50001EF7-182F-67DD-C39A-82A75C25DC89}"/>
              </a:ext>
            </a:extLst>
          </p:cNvPr>
          <p:cNvGrpSpPr/>
          <p:nvPr/>
        </p:nvGrpSpPr>
        <p:grpSpPr>
          <a:xfrm>
            <a:off x="3328445" y="2674664"/>
            <a:ext cx="2549433" cy="2558866"/>
            <a:chOff x="3347389" y="2068992"/>
            <a:chExt cx="3228056" cy="3240000"/>
          </a:xfrm>
        </p:grpSpPr>
        <p:grpSp>
          <p:nvGrpSpPr>
            <p:cNvPr id="6" name="그룹 5">
              <a:extLst>
                <a:ext uri="{FF2B5EF4-FFF2-40B4-BE49-F238E27FC236}">
                  <a16:creationId xmlns:a16="http://schemas.microsoft.com/office/drawing/2014/main" id="{314DA51B-FFCD-175A-0697-DC702CB0669B}"/>
                </a:ext>
              </a:extLst>
            </p:cNvPr>
            <p:cNvGrpSpPr/>
            <p:nvPr/>
          </p:nvGrpSpPr>
          <p:grpSpPr>
            <a:xfrm>
              <a:off x="3347389" y="2068992"/>
              <a:ext cx="3228056" cy="3240000"/>
              <a:chOff x="1147350" y="2177298"/>
              <a:chExt cx="3228056" cy="3240000"/>
            </a:xfrm>
          </p:grpSpPr>
          <p:sp>
            <p:nvSpPr>
              <p:cNvPr id="7" name="부분 원형 6">
                <a:extLst>
                  <a:ext uri="{FF2B5EF4-FFF2-40B4-BE49-F238E27FC236}">
                    <a16:creationId xmlns:a16="http://schemas.microsoft.com/office/drawing/2014/main" id="{C6D411E5-4DC2-F22B-D526-C6B43436B45A}"/>
                  </a:ext>
                </a:extLst>
              </p:cNvPr>
              <p:cNvSpPr/>
              <p:nvPr/>
            </p:nvSpPr>
            <p:spPr>
              <a:xfrm rot="12433936">
                <a:off x="1147350" y="2177298"/>
                <a:ext cx="3228056" cy="3240000"/>
              </a:xfrm>
              <a:prstGeom prst="pie">
                <a:avLst>
                  <a:gd name="adj1" fmla="val 406599"/>
                  <a:gd name="adj2" fmla="val 7128648"/>
                </a:avLst>
              </a:prstGeom>
              <a:solidFill>
                <a:srgbClr val="FFFF99"/>
              </a:solidFill>
              <a:ln>
                <a:solidFill>
                  <a:srgbClr val="FFC000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9" name="타원 8">
                <a:extLst>
                  <a:ext uri="{FF2B5EF4-FFF2-40B4-BE49-F238E27FC236}">
                    <a16:creationId xmlns:a16="http://schemas.microsoft.com/office/drawing/2014/main" id="{07567765-C26C-B8A7-B05F-1AFCC1B84F9E}"/>
                  </a:ext>
                </a:extLst>
              </p:cNvPr>
              <p:cNvSpPr/>
              <p:nvPr/>
            </p:nvSpPr>
            <p:spPr>
              <a:xfrm>
                <a:off x="2700538" y="3819489"/>
                <a:ext cx="133624" cy="308832"/>
              </a:xfrm>
              <a:prstGeom prst="ellipse">
                <a:avLst/>
              </a:prstGeom>
              <a:solidFill>
                <a:schemeClr val="accent1">
                  <a:lumMod val="60000"/>
                  <a:lumOff val="40000"/>
                </a:schemeClr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</p:grpSp>
        <p:sp>
          <p:nvSpPr>
            <p:cNvPr id="16" name="이등변 삼각형 15">
              <a:extLst>
                <a:ext uri="{FF2B5EF4-FFF2-40B4-BE49-F238E27FC236}">
                  <a16:creationId xmlns:a16="http://schemas.microsoft.com/office/drawing/2014/main" id="{392215D4-5493-5D75-DB5C-823B37735E43}"/>
                </a:ext>
              </a:extLst>
            </p:cNvPr>
            <p:cNvSpPr/>
            <p:nvPr/>
          </p:nvSpPr>
          <p:spPr>
            <a:xfrm>
              <a:off x="5363092" y="2912943"/>
              <a:ext cx="133052" cy="233874"/>
            </a:xfrm>
            <a:prstGeom prst="triangle">
              <a:avLst/>
            </a:prstGeom>
            <a:solidFill>
              <a:srgbClr val="FF0000"/>
            </a:solidFill>
            <a:ln>
              <a:solidFill>
                <a:srgbClr val="C0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34" name="이등변 삼각형 33">
              <a:extLst>
                <a:ext uri="{FF2B5EF4-FFF2-40B4-BE49-F238E27FC236}">
                  <a16:creationId xmlns:a16="http://schemas.microsoft.com/office/drawing/2014/main" id="{E9DD6316-C0ED-C3F8-B693-BC2C3F1ED9A7}"/>
                </a:ext>
              </a:extLst>
            </p:cNvPr>
            <p:cNvSpPr/>
            <p:nvPr/>
          </p:nvSpPr>
          <p:spPr>
            <a:xfrm>
              <a:off x="4262533" y="2401003"/>
              <a:ext cx="133052" cy="233874"/>
            </a:xfrm>
            <a:prstGeom prst="triangle">
              <a:avLst/>
            </a:prstGeom>
            <a:solidFill>
              <a:srgbClr val="FF0000"/>
            </a:solidFill>
            <a:ln>
              <a:solidFill>
                <a:srgbClr val="C0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cxnSp>
          <p:nvCxnSpPr>
            <p:cNvPr id="25" name="직선 화살표 연결선 24">
              <a:extLst>
                <a:ext uri="{FF2B5EF4-FFF2-40B4-BE49-F238E27FC236}">
                  <a16:creationId xmlns:a16="http://schemas.microsoft.com/office/drawing/2014/main" id="{F3A62733-4846-8A2B-94B5-0BC24435D599}"/>
                </a:ext>
              </a:extLst>
            </p:cNvPr>
            <p:cNvCxnSpPr>
              <a:cxnSpLocks/>
              <a:stCxn id="34" idx="4"/>
              <a:endCxn id="9" idx="1"/>
            </p:cNvCxnSpPr>
            <p:nvPr/>
          </p:nvCxnSpPr>
          <p:spPr>
            <a:xfrm>
              <a:off x="4395585" y="2634877"/>
              <a:ext cx="524561" cy="1121533"/>
            </a:xfrm>
            <a:prstGeom prst="straightConnector1">
              <a:avLst/>
            </a:prstGeom>
            <a:ln w="38100">
              <a:solidFill>
                <a:srgbClr val="FF0000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직선 화살표 연결선 28">
              <a:extLst>
                <a:ext uri="{FF2B5EF4-FFF2-40B4-BE49-F238E27FC236}">
                  <a16:creationId xmlns:a16="http://schemas.microsoft.com/office/drawing/2014/main" id="{5979CAAF-5BC0-B9DA-B668-7ED9BD7E8928}"/>
                </a:ext>
              </a:extLst>
            </p:cNvPr>
            <p:cNvCxnSpPr>
              <a:cxnSpLocks/>
              <a:stCxn id="16" idx="2"/>
              <a:endCxn id="9" idx="7"/>
            </p:cNvCxnSpPr>
            <p:nvPr/>
          </p:nvCxnSpPr>
          <p:spPr>
            <a:xfrm flipH="1">
              <a:off x="5014632" y="3146817"/>
              <a:ext cx="348460" cy="609593"/>
            </a:xfrm>
            <a:prstGeom prst="straightConnector1">
              <a:avLst/>
            </a:prstGeom>
            <a:ln w="76200">
              <a:solidFill>
                <a:srgbClr val="FF0000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pic>
          <p:nvPicPr>
            <p:cNvPr id="47" name="그래픽 46" descr="심장 박동 단색으로 채워진">
              <a:extLst>
                <a:ext uri="{FF2B5EF4-FFF2-40B4-BE49-F238E27FC236}">
                  <a16:creationId xmlns:a16="http://schemas.microsoft.com/office/drawing/2014/main" id="{8E96B30E-5D89-7DC8-4921-0D5935DBB1B7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4496415" y="3025210"/>
              <a:ext cx="243214" cy="243214"/>
            </a:xfrm>
            <a:prstGeom prst="rect">
              <a:avLst/>
            </a:prstGeom>
          </p:spPr>
        </p:pic>
        <p:pic>
          <p:nvPicPr>
            <p:cNvPr id="57" name="그래픽 56" descr="심장 박동 단색으로 채워진">
              <a:extLst>
                <a:ext uri="{FF2B5EF4-FFF2-40B4-BE49-F238E27FC236}">
                  <a16:creationId xmlns:a16="http://schemas.microsoft.com/office/drawing/2014/main" id="{38C5E012-BE8D-B394-7386-BC86549A1D45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5002694" y="3146817"/>
              <a:ext cx="466686" cy="466686"/>
            </a:xfrm>
            <a:prstGeom prst="rect">
              <a:avLst/>
            </a:prstGeom>
          </p:spPr>
        </p:pic>
      </p:grpSp>
      <p:grpSp>
        <p:nvGrpSpPr>
          <p:cNvPr id="103" name="그룹 102">
            <a:extLst>
              <a:ext uri="{FF2B5EF4-FFF2-40B4-BE49-F238E27FC236}">
                <a16:creationId xmlns:a16="http://schemas.microsoft.com/office/drawing/2014/main" id="{7902779A-31D0-D3B5-D477-27738403C522}"/>
              </a:ext>
            </a:extLst>
          </p:cNvPr>
          <p:cNvGrpSpPr/>
          <p:nvPr/>
        </p:nvGrpSpPr>
        <p:grpSpPr>
          <a:xfrm>
            <a:off x="9315667" y="2327694"/>
            <a:ext cx="2549433" cy="3252807"/>
            <a:chOff x="6261904" y="2068992"/>
            <a:chExt cx="3228056" cy="4118658"/>
          </a:xfrm>
        </p:grpSpPr>
        <p:grpSp>
          <p:nvGrpSpPr>
            <p:cNvPr id="49" name="그룹 48">
              <a:extLst>
                <a:ext uri="{FF2B5EF4-FFF2-40B4-BE49-F238E27FC236}">
                  <a16:creationId xmlns:a16="http://schemas.microsoft.com/office/drawing/2014/main" id="{B49E8E05-DF67-A289-2AEB-1783CA61F3D7}"/>
                </a:ext>
              </a:extLst>
            </p:cNvPr>
            <p:cNvGrpSpPr/>
            <p:nvPr/>
          </p:nvGrpSpPr>
          <p:grpSpPr>
            <a:xfrm>
              <a:off x="6261904" y="2068992"/>
              <a:ext cx="3228056" cy="4118658"/>
              <a:chOff x="1147350" y="2177298"/>
              <a:chExt cx="3228056" cy="4118658"/>
            </a:xfrm>
          </p:grpSpPr>
          <p:sp>
            <p:nvSpPr>
              <p:cNvPr id="50" name="부분 원형 49">
                <a:extLst>
                  <a:ext uri="{FF2B5EF4-FFF2-40B4-BE49-F238E27FC236}">
                    <a16:creationId xmlns:a16="http://schemas.microsoft.com/office/drawing/2014/main" id="{1EA9DDFA-ABD7-A21B-7928-234058527145}"/>
                  </a:ext>
                </a:extLst>
              </p:cNvPr>
              <p:cNvSpPr/>
              <p:nvPr/>
            </p:nvSpPr>
            <p:spPr>
              <a:xfrm rot="12433936">
                <a:off x="1147350" y="2177298"/>
                <a:ext cx="3228056" cy="3240000"/>
              </a:xfrm>
              <a:prstGeom prst="pie">
                <a:avLst>
                  <a:gd name="adj1" fmla="val 406599"/>
                  <a:gd name="adj2" fmla="val 7128648"/>
                </a:avLst>
              </a:prstGeom>
              <a:solidFill>
                <a:srgbClr val="FFFF99"/>
              </a:solidFill>
              <a:ln>
                <a:solidFill>
                  <a:srgbClr val="FFC000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51" name="타원 50">
                <a:extLst>
                  <a:ext uri="{FF2B5EF4-FFF2-40B4-BE49-F238E27FC236}">
                    <a16:creationId xmlns:a16="http://schemas.microsoft.com/office/drawing/2014/main" id="{6F1CEA87-F738-DCCD-FED6-DD374A636F03}"/>
                  </a:ext>
                </a:extLst>
              </p:cNvPr>
              <p:cNvSpPr/>
              <p:nvPr/>
            </p:nvSpPr>
            <p:spPr>
              <a:xfrm>
                <a:off x="2700538" y="3819489"/>
                <a:ext cx="133624" cy="308832"/>
              </a:xfrm>
              <a:prstGeom prst="ellipse">
                <a:avLst/>
              </a:prstGeom>
              <a:solidFill>
                <a:schemeClr val="accent1">
                  <a:lumMod val="60000"/>
                  <a:lumOff val="40000"/>
                </a:schemeClr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53" name="부분 원형 52">
                <a:extLst>
                  <a:ext uri="{FF2B5EF4-FFF2-40B4-BE49-F238E27FC236}">
                    <a16:creationId xmlns:a16="http://schemas.microsoft.com/office/drawing/2014/main" id="{79555388-7CF3-13E1-B1F2-025B016236A7}"/>
                  </a:ext>
                </a:extLst>
              </p:cNvPr>
              <p:cNvSpPr/>
              <p:nvPr/>
            </p:nvSpPr>
            <p:spPr>
              <a:xfrm rot="9166064" flipV="1">
                <a:off x="1147350" y="3055956"/>
                <a:ext cx="3228056" cy="3240000"/>
              </a:xfrm>
              <a:prstGeom prst="pie">
                <a:avLst>
                  <a:gd name="adj1" fmla="val 426830"/>
                  <a:gd name="adj2" fmla="val 7128648"/>
                </a:avLst>
              </a:prstGeom>
              <a:solidFill>
                <a:srgbClr val="FFFF99"/>
              </a:solidFill>
              <a:ln>
                <a:solidFill>
                  <a:srgbClr val="FFC000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52" name="타원 51">
                <a:extLst>
                  <a:ext uri="{FF2B5EF4-FFF2-40B4-BE49-F238E27FC236}">
                    <a16:creationId xmlns:a16="http://schemas.microsoft.com/office/drawing/2014/main" id="{C39B5718-2F3C-BF04-1561-09D5B42048A3}"/>
                  </a:ext>
                </a:extLst>
              </p:cNvPr>
              <p:cNvSpPr/>
              <p:nvPr/>
            </p:nvSpPr>
            <p:spPr>
              <a:xfrm>
                <a:off x="2700538" y="4367124"/>
                <a:ext cx="133624" cy="308832"/>
              </a:xfrm>
              <a:prstGeom prst="ellipse">
                <a:avLst/>
              </a:prstGeom>
              <a:solidFill>
                <a:schemeClr val="accent6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dirty="0"/>
              </a:p>
            </p:txBody>
          </p:sp>
        </p:grpSp>
        <p:sp>
          <p:nvSpPr>
            <p:cNvPr id="54" name="이등변 삼각형 53">
              <a:extLst>
                <a:ext uri="{FF2B5EF4-FFF2-40B4-BE49-F238E27FC236}">
                  <a16:creationId xmlns:a16="http://schemas.microsoft.com/office/drawing/2014/main" id="{C8A27635-3BE6-0689-ACD0-C60E11AD6BAA}"/>
                </a:ext>
              </a:extLst>
            </p:cNvPr>
            <p:cNvSpPr/>
            <p:nvPr/>
          </p:nvSpPr>
          <p:spPr>
            <a:xfrm>
              <a:off x="7376413" y="5231086"/>
              <a:ext cx="133052" cy="233874"/>
            </a:xfrm>
            <a:prstGeom prst="triangle">
              <a:avLst/>
            </a:prstGeom>
            <a:solidFill>
              <a:srgbClr val="FF0000"/>
            </a:solidFill>
            <a:ln>
              <a:solidFill>
                <a:srgbClr val="C0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cxnSp>
          <p:nvCxnSpPr>
            <p:cNvPr id="56" name="직선 화살표 연결선 55">
              <a:extLst>
                <a:ext uri="{FF2B5EF4-FFF2-40B4-BE49-F238E27FC236}">
                  <a16:creationId xmlns:a16="http://schemas.microsoft.com/office/drawing/2014/main" id="{1272966F-30B5-341D-9B6E-E806F0C8790D}"/>
                </a:ext>
              </a:extLst>
            </p:cNvPr>
            <p:cNvCxnSpPr>
              <a:cxnSpLocks/>
              <a:stCxn id="54" idx="5"/>
              <a:endCxn id="52" idx="4"/>
            </p:cNvCxnSpPr>
            <p:nvPr/>
          </p:nvCxnSpPr>
          <p:spPr>
            <a:xfrm flipV="1">
              <a:off x="7476202" y="4567650"/>
              <a:ext cx="405702" cy="780373"/>
            </a:xfrm>
            <a:prstGeom prst="straightConnector1">
              <a:avLst/>
            </a:prstGeom>
            <a:ln w="28575">
              <a:solidFill>
                <a:srgbClr val="FF0000"/>
              </a:solidFill>
              <a:headEnd type="none"/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58" name="이등변 삼각형 57">
              <a:extLst>
                <a:ext uri="{FF2B5EF4-FFF2-40B4-BE49-F238E27FC236}">
                  <a16:creationId xmlns:a16="http://schemas.microsoft.com/office/drawing/2014/main" id="{6533D563-19CD-4689-D68C-8F69FC35B65D}"/>
                </a:ext>
              </a:extLst>
            </p:cNvPr>
            <p:cNvSpPr/>
            <p:nvPr/>
          </p:nvSpPr>
          <p:spPr>
            <a:xfrm>
              <a:off x="8288331" y="2718178"/>
              <a:ext cx="133052" cy="233874"/>
            </a:xfrm>
            <a:prstGeom prst="triangle">
              <a:avLst/>
            </a:prstGeom>
            <a:solidFill>
              <a:srgbClr val="FF0000"/>
            </a:solidFill>
            <a:ln>
              <a:solidFill>
                <a:srgbClr val="C0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cxnSp>
          <p:nvCxnSpPr>
            <p:cNvPr id="59" name="직선 화살표 연결선 58">
              <a:extLst>
                <a:ext uri="{FF2B5EF4-FFF2-40B4-BE49-F238E27FC236}">
                  <a16:creationId xmlns:a16="http://schemas.microsoft.com/office/drawing/2014/main" id="{0997B8E1-B647-9AF6-EB07-A6D77CBBCB11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7875932" y="2952477"/>
              <a:ext cx="405702" cy="780373"/>
            </a:xfrm>
            <a:prstGeom prst="straightConnector1">
              <a:avLst/>
            </a:prstGeom>
            <a:ln w="38100">
              <a:solidFill>
                <a:srgbClr val="FF0000"/>
              </a:solidFill>
              <a:headEnd type="triangle"/>
              <a:tailEnd type="non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pic>
          <p:nvPicPr>
            <p:cNvPr id="61" name="그래픽 60" descr="심장 박동 단색으로 채워진">
              <a:extLst>
                <a:ext uri="{FF2B5EF4-FFF2-40B4-BE49-F238E27FC236}">
                  <a16:creationId xmlns:a16="http://schemas.microsoft.com/office/drawing/2014/main" id="{96BB1DCB-9BCF-DB57-8FCC-709F00F1BDAA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7883579" y="3069414"/>
              <a:ext cx="466686" cy="466686"/>
            </a:xfrm>
            <a:prstGeom prst="rect">
              <a:avLst/>
            </a:prstGeom>
          </p:spPr>
        </p:pic>
        <p:grpSp>
          <p:nvGrpSpPr>
            <p:cNvPr id="66" name="그룹 65">
              <a:extLst>
                <a:ext uri="{FF2B5EF4-FFF2-40B4-BE49-F238E27FC236}">
                  <a16:creationId xmlns:a16="http://schemas.microsoft.com/office/drawing/2014/main" id="{55573C9E-C156-120F-D4EF-47CFF816B4BC}"/>
                </a:ext>
              </a:extLst>
            </p:cNvPr>
            <p:cNvGrpSpPr/>
            <p:nvPr/>
          </p:nvGrpSpPr>
          <p:grpSpPr>
            <a:xfrm>
              <a:off x="7450517" y="4732113"/>
              <a:ext cx="466685" cy="466686"/>
              <a:chOff x="7450517" y="4732113"/>
              <a:chExt cx="466685" cy="466686"/>
            </a:xfrm>
          </p:grpSpPr>
          <p:pic>
            <p:nvPicPr>
              <p:cNvPr id="63" name="그래픽 62" descr="심장 박동 단색으로 채워진">
                <a:extLst>
                  <a:ext uri="{FF2B5EF4-FFF2-40B4-BE49-F238E27FC236}">
                    <a16:creationId xmlns:a16="http://schemas.microsoft.com/office/drawing/2014/main" id="{2A294DCF-C4A9-3F20-E350-26BBC3F3B42F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rcRect r="50077"/>
              <a:stretch>
                <a:fillRect/>
              </a:stretch>
            </p:blipFill>
            <p:spPr>
              <a:xfrm>
                <a:off x="7450517" y="4732113"/>
                <a:ext cx="232983" cy="466686"/>
              </a:xfrm>
              <a:prstGeom prst="rect">
                <a:avLst/>
              </a:prstGeom>
            </p:spPr>
          </p:pic>
          <p:pic>
            <p:nvPicPr>
              <p:cNvPr id="65" name="그래픽 64" descr="심장 박동 단색으로 채워진">
                <a:extLst>
                  <a:ext uri="{FF2B5EF4-FFF2-40B4-BE49-F238E27FC236}">
                    <a16:creationId xmlns:a16="http://schemas.microsoft.com/office/drawing/2014/main" id="{09AE91F0-90B1-58C4-BCAC-0546989BBB7B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>
                <a:extLst>
                  <a:ext uri="{96DAC541-7B7A-43D3-8B79-37D633B846F1}">
                    <asvg:svgBlip xmlns:asvg="http://schemas.microsoft.com/office/drawing/2016/SVG/main" r:embed="rId2"/>
                  </a:ext>
                </a:extLst>
              </a:blip>
              <a:srcRect l="49922" r="1"/>
              <a:stretch>
                <a:fillRect/>
              </a:stretch>
            </p:blipFill>
            <p:spPr>
              <a:xfrm>
                <a:off x="7683499" y="4732113"/>
                <a:ext cx="233703" cy="466686"/>
              </a:xfrm>
              <a:prstGeom prst="rect">
                <a:avLst/>
              </a:prstGeom>
            </p:spPr>
          </p:pic>
        </p:grpSp>
      </p:grpSp>
      <p:grpSp>
        <p:nvGrpSpPr>
          <p:cNvPr id="104" name="그룹 103">
            <a:extLst>
              <a:ext uri="{FF2B5EF4-FFF2-40B4-BE49-F238E27FC236}">
                <a16:creationId xmlns:a16="http://schemas.microsoft.com/office/drawing/2014/main" id="{602BF3D4-983F-431A-AA07-7112A958D8A6}"/>
              </a:ext>
            </a:extLst>
          </p:cNvPr>
          <p:cNvGrpSpPr/>
          <p:nvPr/>
        </p:nvGrpSpPr>
        <p:grpSpPr>
          <a:xfrm>
            <a:off x="6295794" y="2674664"/>
            <a:ext cx="2549433" cy="2558866"/>
            <a:chOff x="9084634" y="2068992"/>
            <a:chExt cx="3228056" cy="3240000"/>
          </a:xfrm>
        </p:grpSpPr>
        <p:grpSp>
          <p:nvGrpSpPr>
            <p:cNvPr id="36" name="그룹 35">
              <a:extLst>
                <a:ext uri="{FF2B5EF4-FFF2-40B4-BE49-F238E27FC236}">
                  <a16:creationId xmlns:a16="http://schemas.microsoft.com/office/drawing/2014/main" id="{F434107B-CD4B-C547-604F-EFEC2C8AC38C}"/>
                </a:ext>
              </a:extLst>
            </p:cNvPr>
            <p:cNvGrpSpPr/>
            <p:nvPr/>
          </p:nvGrpSpPr>
          <p:grpSpPr>
            <a:xfrm>
              <a:off x="9084634" y="2068992"/>
              <a:ext cx="3228056" cy="3240000"/>
              <a:chOff x="1147350" y="2177298"/>
              <a:chExt cx="3228056" cy="3240000"/>
            </a:xfrm>
          </p:grpSpPr>
          <p:sp>
            <p:nvSpPr>
              <p:cNvPr id="37" name="부분 원형 36">
                <a:extLst>
                  <a:ext uri="{FF2B5EF4-FFF2-40B4-BE49-F238E27FC236}">
                    <a16:creationId xmlns:a16="http://schemas.microsoft.com/office/drawing/2014/main" id="{8A2C165C-F5DD-FD37-12D4-2C5C9AB5BEB0}"/>
                  </a:ext>
                </a:extLst>
              </p:cNvPr>
              <p:cNvSpPr/>
              <p:nvPr/>
            </p:nvSpPr>
            <p:spPr>
              <a:xfrm rot="12433936">
                <a:off x="1147350" y="2177298"/>
                <a:ext cx="3228056" cy="3240000"/>
              </a:xfrm>
              <a:prstGeom prst="pie">
                <a:avLst>
                  <a:gd name="adj1" fmla="val 406599"/>
                  <a:gd name="adj2" fmla="val 7128648"/>
                </a:avLst>
              </a:prstGeom>
              <a:solidFill>
                <a:srgbClr val="FFFF99"/>
              </a:solidFill>
              <a:ln>
                <a:solidFill>
                  <a:srgbClr val="FFC000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38" name="타원 37">
                <a:extLst>
                  <a:ext uri="{FF2B5EF4-FFF2-40B4-BE49-F238E27FC236}">
                    <a16:creationId xmlns:a16="http://schemas.microsoft.com/office/drawing/2014/main" id="{977095BA-21C9-75DB-5D15-A23B154984A4}"/>
                  </a:ext>
                </a:extLst>
              </p:cNvPr>
              <p:cNvSpPr/>
              <p:nvPr/>
            </p:nvSpPr>
            <p:spPr>
              <a:xfrm>
                <a:off x="2700538" y="3819489"/>
                <a:ext cx="133624" cy="308832"/>
              </a:xfrm>
              <a:prstGeom prst="ellipse">
                <a:avLst/>
              </a:prstGeom>
              <a:solidFill>
                <a:schemeClr val="accent1">
                  <a:lumMod val="60000"/>
                  <a:lumOff val="40000"/>
                </a:schemeClr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</p:grpSp>
        <p:sp>
          <p:nvSpPr>
            <p:cNvPr id="41" name="이등변 삼각형 40">
              <a:extLst>
                <a:ext uri="{FF2B5EF4-FFF2-40B4-BE49-F238E27FC236}">
                  <a16:creationId xmlns:a16="http://schemas.microsoft.com/office/drawing/2014/main" id="{670B7B70-CAB3-2565-4E97-6B20E0E7A77F}"/>
                </a:ext>
              </a:extLst>
            </p:cNvPr>
            <p:cNvSpPr/>
            <p:nvPr/>
          </p:nvSpPr>
          <p:spPr>
            <a:xfrm>
              <a:off x="11225161" y="2835539"/>
              <a:ext cx="133052" cy="233874"/>
            </a:xfrm>
            <a:prstGeom prst="triangle">
              <a:avLst/>
            </a:prstGeom>
            <a:solidFill>
              <a:srgbClr val="FF0000">
                <a:alpha val="50000"/>
              </a:srgbClr>
            </a:solidFill>
            <a:ln>
              <a:solidFill>
                <a:srgbClr val="C00000">
                  <a:alpha val="50000"/>
                </a:srgb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42" name="이등변 삼각형 41">
              <a:extLst>
                <a:ext uri="{FF2B5EF4-FFF2-40B4-BE49-F238E27FC236}">
                  <a16:creationId xmlns:a16="http://schemas.microsoft.com/office/drawing/2014/main" id="{D69C81EF-7E1D-226F-5FCA-485F444F7E04}"/>
                </a:ext>
              </a:extLst>
            </p:cNvPr>
            <p:cNvSpPr/>
            <p:nvPr/>
          </p:nvSpPr>
          <p:spPr>
            <a:xfrm>
              <a:off x="10144102" y="2263084"/>
              <a:ext cx="133052" cy="233874"/>
            </a:xfrm>
            <a:prstGeom prst="triangle">
              <a:avLst/>
            </a:prstGeom>
            <a:solidFill>
              <a:srgbClr val="FF0000">
                <a:alpha val="50000"/>
              </a:srgbClr>
            </a:solidFill>
            <a:ln>
              <a:solidFill>
                <a:srgbClr val="C00000">
                  <a:alpha val="50000"/>
                </a:srgb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43" name="이등변 삼각형 42">
              <a:extLst>
                <a:ext uri="{FF2B5EF4-FFF2-40B4-BE49-F238E27FC236}">
                  <a16:creationId xmlns:a16="http://schemas.microsoft.com/office/drawing/2014/main" id="{E8CED2E0-1D37-9A10-EF7A-D31316A8D7B6}"/>
                </a:ext>
              </a:extLst>
            </p:cNvPr>
            <p:cNvSpPr/>
            <p:nvPr/>
          </p:nvSpPr>
          <p:spPr>
            <a:xfrm>
              <a:off x="10156381" y="2835539"/>
              <a:ext cx="133052" cy="233874"/>
            </a:xfrm>
            <a:prstGeom prst="triangle">
              <a:avLst/>
            </a:prstGeom>
            <a:solidFill>
              <a:srgbClr val="FF0000"/>
            </a:solidFill>
            <a:ln>
              <a:solidFill>
                <a:srgbClr val="C0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44" name="이등변 삼각형 43">
              <a:extLst>
                <a:ext uri="{FF2B5EF4-FFF2-40B4-BE49-F238E27FC236}">
                  <a16:creationId xmlns:a16="http://schemas.microsoft.com/office/drawing/2014/main" id="{7539B43C-88B9-9E43-E25C-BBDFFC9B9809}"/>
                </a:ext>
              </a:extLst>
            </p:cNvPr>
            <p:cNvSpPr/>
            <p:nvPr/>
          </p:nvSpPr>
          <p:spPr>
            <a:xfrm>
              <a:off x="11229427" y="2261277"/>
              <a:ext cx="133052" cy="233874"/>
            </a:xfrm>
            <a:prstGeom prst="triangle">
              <a:avLst/>
            </a:prstGeom>
            <a:solidFill>
              <a:srgbClr val="FF0000"/>
            </a:solidFill>
            <a:ln>
              <a:solidFill>
                <a:srgbClr val="C0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cxnSp>
          <p:nvCxnSpPr>
            <p:cNvPr id="46" name="직선 화살표 연결선 45">
              <a:extLst>
                <a:ext uri="{FF2B5EF4-FFF2-40B4-BE49-F238E27FC236}">
                  <a16:creationId xmlns:a16="http://schemas.microsoft.com/office/drawing/2014/main" id="{A70CCD44-9656-532C-A6DB-A775C7599ED6}"/>
                </a:ext>
              </a:extLst>
            </p:cNvPr>
            <p:cNvCxnSpPr>
              <a:cxnSpLocks/>
              <a:endCxn id="43" idx="0"/>
            </p:cNvCxnSpPr>
            <p:nvPr/>
          </p:nvCxnSpPr>
          <p:spPr>
            <a:xfrm>
              <a:off x="10208523" y="2495151"/>
              <a:ext cx="14385" cy="340389"/>
            </a:xfrm>
            <a:prstGeom prst="straightConnector1">
              <a:avLst/>
            </a:prstGeom>
            <a:ln w="28575"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48" name="직선 화살표 연결선 47">
              <a:extLst>
                <a:ext uri="{FF2B5EF4-FFF2-40B4-BE49-F238E27FC236}">
                  <a16:creationId xmlns:a16="http://schemas.microsoft.com/office/drawing/2014/main" id="{56263A77-BD63-7EBF-B5E2-07437181C8CD}"/>
                </a:ext>
              </a:extLst>
            </p:cNvPr>
            <p:cNvCxnSpPr>
              <a:cxnSpLocks/>
              <a:stCxn id="41" idx="0"/>
            </p:cNvCxnSpPr>
            <p:nvPr/>
          </p:nvCxnSpPr>
          <p:spPr>
            <a:xfrm flipH="1" flipV="1">
              <a:off x="11290267" y="2495151"/>
              <a:ext cx="1420" cy="340389"/>
            </a:xfrm>
            <a:prstGeom prst="straightConnector1">
              <a:avLst/>
            </a:prstGeom>
            <a:ln w="28575"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69" name="직선 화살표 연결선 68">
              <a:extLst>
                <a:ext uri="{FF2B5EF4-FFF2-40B4-BE49-F238E27FC236}">
                  <a16:creationId xmlns:a16="http://schemas.microsoft.com/office/drawing/2014/main" id="{D1ADC9A6-7666-51A7-CBB6-C28960016938}"/>
                </a:ext>
              </a:extLst>
            </p:cNvPr>
            <p:cNvCxnSpPr>
              <a:cxnSpLocks/>
              <a:stCxn id="38" idx="1"/>
              <a:endCxn id="43" idx="3"/>
            </p:cNvCxnSpPr>
            <p:nvPr/>
          </p:nvCxnSpPr>
          <p:spPr>
            <a:xfrm flipH="1" flipV="1">
              <a:off x="10222907" y="3069413"/>
              <a:ext cx="434484" cy="686999"/>
            </a:xfrm>
            <a:prstGeom prst="straightConnector1">
              <a:avLst/>
            </a:prstGeom>
            <a:ln w="38100">
              <a:solidFill>
                <a:srgbClr val="FF0000"/>
              </a:solidFill>
              <a:headEnd type="triangle"/>
              <a:tailEnd type="non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3" name="직선 화살표 연결선 72">
              <a:extLst>
                <a:ext uri="{FF2B5EF4-FFF2-40B4-BE49-F238E27FC236}">
                  <a16:creationId xmlns:a16="http://schemas.microsoft.com/office/drawing/2014/main" id="{F66CA0DA-052D-356F-38BD-DEB1D55ACF52}"/>
                </a:ext>
              </a:extLst>
            </p:cNvPr>
            <p:cNvCxnSpPr>
              <a:cxnSpLocks/>
              <a:stCxn id="38" idx="7"/>
            </p:cNvCxnSpPr>
            <p:nvPr/>
          </p:nvCxnSpPr>
          <p:spPr>
            <a:xfrm flipV="1">
              <a:off x="10751878" y="2748031"/>
              <a:ext cx="381988" cy="1008381"/>
            </a:xfrm>
            <a:prstGeom prst="straightConnector1">
              <a:avLst/>
            </a:prstGeom>
            <a:ln w="38100">
              <a:solidFill>
                <a:srgbClr val="00B0F0"/>
              </a:solidFill>
              <a:headEnd type="triangle"/>
              <a:tailEnd type="non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100" name="그룹 99">
              <a:extLst>
                <a:ext uri="{FF2B5EF4-FFF2-40B4-BE49-F238E27FC236}">
                  <a16:creationId xmlns:a16="http://schemas.microsoft.com/office/drawing/2014/main" id="{49BFF9FD-CAAD-6480-1CD5-A0112F92AA2A}"/>
                </a:ext>
              </a:extLst>
            </p:cNvPr>
            <p:cNvGrpSpPr/>
            <p:nvPr/>
          </p:nvGrpSpPr>
          <p:grpSpPr>
            <a:xfrm>
              <a:off x="10182595" y="3087179"/>
              <a:ext cx="466686" cy="466686"/>
              <a:chOff x="10182595" y="3087179"/>
              <a:chExt cx="466686" cy="466686"/>
            </a:xfrm>
          </p:grpSpPr>
          <p:pic>
            <p:nvPicPr>
              <p:cNvPr id="70" name="그래픽 69" descr="심장 박동 단색으로 채워진">
                <a:extLst>
                  <a:ext uri="{FF2B5EF4-FFF2-40B4-BE49-F238E27FC236}">
                    <a16:creationId xmlns:a16="http://schemas.microsoft.com/office/drawing/2014/main" id="{9F965F54-D8A5-05B3-7B1A-569D4A0DF9B1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/>
              </a:stretch>
            </p:blipFill>
            <p:spPr>
              <a:xfrm>
                <a:off x="10182595" y="3087179"/>
                <a:ext cx="466686" cy="466686"/>
              </a:xfrm>
              <a:prstGeom prst="rect">
                <a:avLst/>
              </a:prstGeom>
            </p:spPr>
          </p:pic>
          <p:cxnSp>
            <p:nvCxnSpPr>
              <p:cNvPr id="79" name="직선 화살표 연결선 78">
                <a:extLst>
                  <a:ext uri="{FF2B5EF4-FFF2-40B4-BE49-F238E27FC236}">
                    <a16:creationId xmlns:a16="http://schemas.microsoft.com/office/drawing/2014/main" id="{EBC90047-6584-6766-12E2-4364F5221045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10541724" y="3215329"/>
                <a:ext cx="0" cy="252901"/>
              </a:xfrm>
              <a:prstGeom prst="straightConnector1">
                <a:avLst/>
              </a:prstGeom>
              <a:ln w="38100">
                <a:solidFill>
                  <a:srgbClr val="FF0000"/>
                </a:solidFill>
                <a:tailEnd type="triangl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99" name="그룹 98">
              <a:extLst>
                <a:ext uri="{FF2B5EF4-FFF2-40B4-BE49-F238E27FC236}">
                  <a16:creationId xmlns:a16="http://schemas.microsoft.com/office/drawing/2014/main" id="{34E3560D-210E-364E-F5C9-8D9CBF225E9B}"/>
                </a:ext>
              </a:extLst>
            </p:cNvPr>
            <p:cNvGrpSpPr/>
            <p:nvPr/>
          </p:nvGrpSpPr>
          <p:grpSpPr>
            <a:xfrm>
              <a:off x="10740578" y="2885930"/>
              <a:ext cx="466686" cy="466686"/>
              <a:chOff x="10774103" y="2957725"/>
              <a:chExt cx="466686" cy="466686"/>
            </a:xfrm>
          </p:grpSpPr>
          <p:pic>
            <p:nvPicPr>
              <p:cNvPr id="77" name="그래픽 76" descr="심장 박동 단색으로 채워진">
                <a:extLst>
                  <a:ext uri="{FF2B5EF4-FFF2-40B4-BE49-F238E27FC236}">
                    <a16:creationId xmlns:a16="http://schemas.microsoft.com/office/drawing/2014/main" id="{7D822B85-0822-6755-0BCB-989069F98196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/>
              </a:stretch>
            </p:blipFill>
            <p:spPr>
              <a:xfrm>
                <a:off x="10774103" y="2957725"/>
                <a:ext cx="466686" cy="466686"/>
              </a:xfrm>
              <a:prstGeom prst="rect">
                <a:avLst/>
              </a:prstGeom>
            </p:spPr>
          </p:pic>
          <p:cxnSp>
            <p:nvCxnSpPr>
              <p:cNvPr id="81" name="직선 화살표 연결선 80">
                <a:extLst>
                  <a:ext uri="{FF2B5EF4-FFF2-40B4-BE49-F238E27FC236}">
                    <a16:creationId xmlns:a16="http://schemas.microsoft.com/office/drawing/2014/main" id="{0DD041F2-306F-F560-E308-35A9FEF6E819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1130108" y="3144069"/>
                <a:ext cx="0" cy="230484"/>
              </a:xfrm>
              <a:prstGeom prst="straightConnector1">
                <a:avLst/>
              </a:prstGeom>
              <a:ln w="38100">
                <a:solidFill>
                  <a:srgbClr val="00B0F0"/>
                </a:solidFill>
                <a:tailEnd type="triangl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  <p:pic>
          <p:nvPicPr>
            <p:cNvPr id="83" name="그래픽 82" descr="시계 단색으로 채워진">
              <a:extLst>
                <a:ext uri="{FF2B5EF4-FFF2-40B4-BE49-F238E27FC236}">
                  <a16:creationId xmlns:a16="http://schemas.microsoft.com/office/drawing/2014/main" id="{D38389EE-DEAC-EFB1-0CCC-1ED6BA395E21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10989636" y="2464688"/>
              <a:ext cx="322126" cy="322126"/>
            </a:xfrm>
            <a:prstGeom prst="rect">
              <a:avLst/>
            </a:prstGeom>
          </p:spPr>
        </p:pic>
      </p:grpSp>
      <p:sp>
        <p:nvSpPr>
          <p:cNvPr id="76" name="TextBox 75">
            <a:extLst>
              <a:ext uri="{FF2B5EF4-FFF2-40B4-BE49-F238E27FC236}">
                <a16:creationId xmlns:a16="http://schemas.microsoft.com/office/drawing/2014/main" id="{42C51EB3-A501-20E7-0A33-EAB70161F1FC}"/>
              </a:ext>
            </a:extLst>
          </p:cNvPr>
          <p:cNvSpPr txBox="1"/>
          <p:nvPr/>
        </p:nvSpPr>
        <p:spPr>
          <a:xfrm>
            <a:off x="145888" y="4680245"/>
            <a:ext cx="2919389" cy="120032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lang="ko-KR" altLang="en-US" sz="1200" dirty="0"/>
              <a:t>시야 범위 내</a:t>
            </a:r>
            <a:endParaRPr lang="en-US" altLang="ko-KR" sz="1200" dirty="0"/>
          </a:p>
          <a:p>
            <a:pPr algn="ctr"/>
            <a:r>
              <a:rPr lang="ko-KR" altLang="en-US" sz="1200" dirty="0"/>
              <a:t>마네킹과 플레이어 사이의 거리에 따라 </a:t>
            </a:r>
            <a:endParaRPr lang="en-US" altLang="ko-KR" sz="1200" dirty="0"/>
          </a:p>
          <a:p>
            <a:pPr algn="ctr"/>
            <a:r>
              <a:rPr lang="ko-KR" altLang="en-US" sz="1200" dirty="0"/>
              <a:t>심박수를 조절한다.</a:t>
            </a:r>
            <a:endParaRPr lang="en-US" altLang="ko-KR" sz="1200" dirty="0"/>
          </a:p>
          <a:p>
            <a:pPr algn="ctr"/>
            <a:endParaRPr lang="en-US" altLang="ko-KR" sz="1200" dirty="0"/>
          </a:p>
          <a:p>
            <a:pPr algn="ctr"/>
            <a:r>
              <a:rPr lang="ko-KR" altLang="en-US" sz="1200" dirty="0"/>
              <a:t>시야</a:t>
            </a:r>
            <a:r>
              <a:rPr lang="en-US" altLang="ko-KR" sz="1200" dirty="0"/>
              <a:t> </a:t>
            </a:r>
            <a:r>
              <a:rPr lang="ko-KR" altLang="en-US" sz="1200" dirty="0"/>
              <a:t>밖 마네킹은 </a:t>
            </a:r>
            <a:endParaRPr lang="en-US" altLang="ko-KR" sz="1200" dirty="0"/>
          </a:p>
          <a:p>
            <a:pPr algn="ctr"/>
            <a:r>
              <a:rPr lang="ko-KR" altLang="en-US" sz="1200" dirty="0"/>
              <a:t>심박수에 영향을 끼치지 않는다</a:t>
            </a:r>
          </a:p>
        </p:txBody>
      </p:sp>
      <p:sp>
        <p:nvSpPr>
          <p:cNvPr id="80" name="TextBox 79">
            <a:extLst>
              <a:ext uri="{FF2B5EF4-FFF2-40B4-BE49-F238E27FC236}">
                <a16:creationId xmlns:a16="http://schemas.microsoft.com/office/drawing/2014/main" id="{ED211FD8-4F8A-6442-6DB4-5EC1E95058D4}"/>
              </a:ext>
            </a:extLst>
          </p:cNvPr>
          <p:cNvSpPr txBox="1"/>
          <p:nvPr/>
        </p:nvSpPr>
        <p:spPr>
          <a:xfrm>
            <a:off x="3686885" y="4680245"/>
            <a:ext cx="1832553" cy="46166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lang="ko-KR" altLang="en-US" sz="1200" dirty="0"/>
              <a:t>마네킹이 가까울수록 </a:t>
            </a:r>
            <a:endParaRPr lang="en-US" altLang="ko-KR" sz="1200" dirty="0"/>
          </a:p>
          <a:p>
            <a:pPr algn="ctr"/>
            <a:r>
              <a:rPr lang="ko-KR" altLang="en-US" sz="1200" dirty="0"/>
              <a:t>높은 심박수를 유지한다</a:t>
            </a:r>
            <a:endParaRPr lang="en-US" altLang="ko-KR" sz="1200" dirty="0"/>
          </a:p>
        </p:txBody>
      </p:sp>
      <p:sp>
        <p:nvSpPr>
          <p:cNvPr id="86" name="TextBox 85">
            <a:extLst>
              <a:ext uri="{FF2B5EF4-FFF2-40B4-BE49-F238E27FC236}">
                <a16:creationId xmlns:a16="http://schemas.microsoft.com/office/drawing/2014/main" id="{F73D4AC7-39EF-0A89-3877-541958D0AC87}"/>
              </a:ext>
            </a:extLst>
          </p:cNvPr>
          <p:cNvSpPr txBox="1"/>
          <p:nvPr/>
        </p:nvSpPr>
        <p:spPr>
          <a:xfrm>
            <a:off x="6110816" y="4680245"/>
            <a:ext cx="2919389" cy="83099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lang="ko-KR" altLang="en-US" sz="1200" dirty="0"/>
              <a:t>멂</a:t>
            </a:r>
            <a:r>
              <a:rPr lang="en-US" altLang="ko-KR" sz="1200" dirty="0"/>
              <a:t>-&gt;</a:t>
            </a:r>
            <a:r>
              <a:rPr lang="ko-KR" altLang="en-US" sz="1200" dirty="0"/>
              <a:t>가깝 은 </a:t>
            </a:r>
            <a:endParaRPr lang="en-US" altLang="ko-KR" sz="1200" dirty="0"/>
          </a:p>
          <a:p>
            <a:pPr algn="ctr"/>
            <a:r>
              <a:rPr lang="ko-KR" altLang="en-US" sz="1200" dirty="0"/>
              <a:t>즉각적으로 반영되나</a:t>
            </a:r>
            <a:br>
              <a:rPr lang="en-US" altLang="ko-KR" sz="1200" dirty="0"/>
            </a:br>
            <a:r>
              <a:rPr lang="ko-KR" altLang="en-US" sz="1200" dirty="0"/>
              <a:t>가깝</a:t>
            </a:r>
            <a:r>
              <a:rPr lang="en-US" altLang="ko-KR" sz="1200" dirty="0"/>
              <a:t>-&gt;</a:t>
            </a:r>
            <a:r>
              <a:rPr lang="ko-KR" altLang="en-US" sz="1200" dirty="0" err="1"/>
              <a:t>멃</a:t>
            </a:r>
            <a:r>
              <a:rPr lang="ko-KR" altLang="en-US" sz="1200" dirty="0"/>
              <a:t> 은 </a:t>
            </a:r>
            <a:endParaRPr lang="en-US" altLang="ko-KR" sz="1200" dirty="0"/>
          </a:p>
          <a:p>
            <a:pPr algn="ctr"/>
            <a:r>
              <a:rPr lang="ko-KR" altLang="en-US" sz="1200" dirty="0"/>
              <a:t>잠시간의 유예 시간 후 점진적 감소된다</a:t>
            </a:r>
            <a:endParaRPr lang="en-US" altLang="ko-KR" sz="1200" dirty="0"/>
          </a:p>
        </p:txBody>
      </p:sp>
      <p:sp>
        <p:nvSpPr>
          <p:cNvPr id="88" name="TextBox 87">
            <a:extLst>
              <a:ext uri="{FF2B5EF4-FFF2-40B4-BE49-F238E27FC236}">
                <a16:creationId xmlns:a16="http://schemas.microsoft.com/office/drawing/2014/main" id="{5A283535-D598-21C1-7CE3-6DCABE82E070}"/>
              </a:ext>
            </a:extLst>
          </p:cNvPr>
          <p:cNvSpPr txBox="1"/>
          <p:nvPr/>
        </p:nvSpPr>
        <p:spPr>
          <a:xfrm>
            <a:off x="9492967" y="5886657"/>
            <a:ext cx="2194832" cy="46166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lang="ko-KR" altLang="en-US" sz="1200" dirty="0"/>
              <a:t>파트너</a:t>
            </a:r>
            <a:r>
              <a:rPr lang="en-US" altLang="ko-KR" sz="1200" dirty="0"/>
              <a:t> </a:t>
            </a:r>
            <a:r>
              <a:rPr lang="ko-KR" altLang="en-US" sz="1200" dirty="0"/>
              <a:t>시야 내 마네킹은 </a:t>
            </a:r>
            <a:endParaRPr lang="en-US" altLang="ko-KR" sz="1200" dirty="0"/>
          </a:p>
          <a:p>
            <a:pPr algn="ctr"/>
            <a:r>
              <a:rPr lang="ko-KR" altLang="en-US" sz="1200" dirty="0"/>
              <a:t>심박수에 절반의 영향을 준다</a:t>
            </a:r>
          </a:p>
        </p:txBody>
      </p:sp>
    </p:spTree>
    <p:extLst>
      <p:ext uri="{BB962C8B-B14F-4D97-AF65-F5344CB8AC3E}">
        <p14:creationId xmlns:p14="http://schemas.microsoft.com/office/powerpoint/2010/main" val="305429717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F874CE0-6F78-E0B8-73B1-A9917B40AE5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ko-KR" altLang="en-US" dirty="0"/>
              <a:t>조우 거리기반 심박수 변화</a:t>
            </a:r>
            <a:br>
              <a:rPr lang="en-US" altLang="ko-KR" dirty="0"/>
            </a:br>
            <a:r>
              <a:rPr lang="ko-KR" altLang="en-US" sz="1300" dirty="0"/>
              <a:t>갑작스럽게 마네킹을 맞닥뜨렸을 때 심장 박동음의 변화로 자연스러운 </a:t>
            </a:r>
            <a:r>
              <a:rPr lang="ko-KR" altLang="en-US" sz="1300" dirty="0" err="1"/>
              <a:t>점프스케어</a:t>
            </a:r>
            <a:r>
              <a:rPr lang="ko-KR" altLang="en-US" sz="1300" dirty="0"/>
              <a:t> 효과를 유도한다</a:t>
            </a:r>
            <a:r>
              <a:rPr lang="en-US" altLang="ko-KR" sz="1300" dirty="0"/>
              <a:t>.</a:t>
            </a:r>
            <a:endParaRPr lang="ko-KR" altLang="en-US" sz="1300" dirty="0"/>
          </a:p>
        </p:txBody>
      </p:sp>
      <p:grpSp>
        <p:nvGrpSpPr>
          <p:cNvPr id="37" name="그룹 36">
            <a:extLst>
              <a:ext uri="{FF2B5EF4-FFF2-40B4-BE49-F238E27FC236}">
                <a16:creationId xmlns:a16="http://schemas.microsoft.com/office/drawing/2014/main" id="{D849EB0A-1FFE-6B78-5610-D17370E4F255}"/>
              </a:ext>
            </a:extLst>
          </p:cNvPr>
          <p:cNvGrpSpPr>
            <a:grpSpLocks noChangeAspect="1"/>
          </p:cNvGrpSpPr>
          <p:nvPr/>
        </p:nvGrpSpPr>
        <p:grpSpPr>
          <a:xfrm>
            <a:off x="6758639" y="2674664"/>
            <a:ext cx="1668334" cy="1421635"/>
            <a:chOff x="4894135" y="3217541"/>
            <a:chExt cx="484374" cy="412749"/>
          </a:xfrm>
        </p:grpSpPr>
        <p:pic>
          <p:nvPicPr>
            <p:cNvPr id="38" name="그래픽 37" descr="시계 단색으로 채워진">
              <a:extLst>
                <a:ext uri="{FF2B5EF4-FFF2-40B4-BE49-F238E27FC236}">
                  <a16:creationId xmlns:a16="http://schemas.microsoft.com/office/drawing/2014/main" id="{D221F4B8-74FE-E485-AE32-03704B96C4B8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p:blipFill>
          <p:spPr>
            <a:xfrm>
              <a:off x="4894135" y="3217541"/>
              <a:ext cx="399034" cy="399034"/>
            </a:xfrm>
            <a:prstGeom prst="rect">
              <a:avLst/>
            </a:prstGeom>
          </p:spPr>
        </p:pic>
        <p:grpSp>
          <p:nvGrpSpPr>
            <p:cNvPr id="41" name="그룹 40">
              <a:extLst>
                <a:ext uri="{FF2B5EF4-FFF2-40B4-BE49-F238E27FC236}">
                  <a16:creationId xmlns:a16="http://schemas.microsoft.com/office/drawing/2014/main" id="{72260236-F27A-32E9-F310-20E887E26414}"/>
                </a:ext>
              </a:extLst>
            </p:cNvPr>
            <p:cNvGrpSpPr/>
            <p:nvPr/>
          </p:nvGrpSpPr>
          <p:grpSpPr>
            <a:xfrm>
              <a:off x="5138803" y="3224435"/>
              <a:ext cx="239706" cy="405855"/>
              <a:chOff x="2458149" y="3022474"/>
              <a:chExt cx="239706" cy="405855"/>
            </a:xfrm>
          </p:grpSpPr>
          <p:pic>
            <p:nvPicPr>
              <p:cNvPr id="42" name="그래픽 41" descr="심장 박동 단색으로 채워진">
                <a:extLst>
                  <a:ext uri="{FF2B5EF4-FFF2-40B4-BE49-F238E27FC236}">
                    <a16:creationId xmlns:a16="http://schemas.microsoft.com/office/drawing/2014/main" id="{3626CE72-C219-BD5A-A6CB-B65E0E5DA765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/>
              </a:stretch>
            </p:blipFill>
            <p:spPr>
              <a:xfrm>
                <a:off x="2458149" y="3188623"/>
                <a:ext cx="239706" cy="239706"/>
              </a:xfrm>
              <a:prstGeom prst="rect">
                <a:avLst/>
              </a:prstGeom>
            </p:spPr>
          </p:pic>
          <p:cxnSp>
            <p:nvCxnSpPr>
              <p:cNvPr id="43" name="직선 화살표 연결선 42">
                <a:extLst>
                  <a:ext uri="{FF2B5EF4-FFF2-40B4-BE49-F238E27FC236}">
                    <a16:creationId xmlns:a16="http://schemas.microsoft.com/office/drawing/2014/main" id="{12E7D6E8-0291-2A35-7A9B-510E540FF6C4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578002" y="3022474"/>
                <a:ext cx="0" cy="204565"/>
              </a:xfrm>
              <a:prstGeom prst="straightConnector1">
                <a:avLst/>
              </a:prstGeom>
              <a:ln w="76200">
                <a:solidFill>
                  <a:srgbClr val="00B0F0"/>
                </a:solidFill>
                <a:tailEnd type="triangl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</p:grpSp>
      <p:grpSp>
        <p:nvGrpSpPr>
          <p:cNvPr id="148" name="그룹 147">
            <a:extLst>
              <a:ext uri="{FF2B5EF4-FFF2-40B4-BE49-F238E27FC236}">
                <a16:creationId xmlns:a16="http://schemas.microsoft.com/office/drawing/2014/main" id="{8645E4BF-7832-0D85-D0B7-486EE9FBD262}"/>
              </a:ext>
            </a:extLst>
          </p:cNvPr>
          <p:cNvGrpSpPr>
            <a:grpSpLocks noChangeAspect="1"/>
          </p:cNvGrpSpPr>
          <p:nvPr/>
        </p:nvGrpSpPr>
        <p:grpSpPr>
          <a:xfrm>
            <a:off x="330502" y="2674664"/>
            <a:ext cx="2550164" cy="2559600"/>
            <a:chOff x="1147350" y="2177298"/>
            <a:chExt cx="3228056" cy="3240000"/>
          </a:xfrm>
        </p:grpSpPr>
        <p:grpSp>
          <p:nvGrpSpPr>
            <p:cNvPr id="149" name="그룹 148">
              <a:extLst>
                <a:ext uri="{FF2B5EF4-FFF2-40B4-BE49-F238E27FC236}">
                  <a16:creationId xmlns:a16="http://schemas.microsoft.com/office/drawing/2014/main" id="{7E6FE0D7-42A5-63DF-183D-66C8A0E2BEA8}"/>
                </a:ext>
              </a:extLst>
            </p:cNvPr>
            <p:cNvGrpSpPr/>
            <p:nvPr/>
          </p:nvGrpSpPr>
          <p:grpSpPr>
            <a:xfrm>
              <a:off x="1147350" y="2177298"/>
              <a:ext cx="3228056" cy="3240000"/>
              <a:chOff x="1147350" y="2177298"/>
              <a:chExt cx="3228056" cy="3240000"/>
            </a:xfrm>
          </p:grpSpPr>
          <p:sp>
            <p:nvSpPr>
              <p:cNvPr id="157" name="부분 원형 156">
                <a:extLst>
                  <a:ext uri="{FF2B5EF4-FFF2-40B4-BE49-F238E27FC236}">
                    <a16:creationId xmlns:a16="http://schemas.microsoft.com/office/drawing/2014/main" id="{38DFB985-61B6-50AE-D7B7-AA428E63CCD1}"/>
                  </a:ext>
                </a:extLst>
              </p:cNvPr>
              <p:cNvSpPr/>
              <p:nvPr/>
            </p:nvSpPr>
            <p:spPr>
              <a:xfrm rot="12433936">
                <a:off x="1147350" y="2177298"/>
                <a:ext cx="3228056" cy="3240000"/>
              </a:xfrm>
              <a:prstGeom prst="pie">
                <a:avLst>
                  <a:gd name="adj1" fmla="val 406599"/>
                  <a:gd name="adj2" fmla="val 7128648"/>
                </a:avLst>
              </a:prstGeom>
              <a:solidFill>
                <a:srgbClr val="FFFF99"/>
              </a:solidFill>
              <a:ln>
                <a:solidFill>
                  <a:srgbClr val="FFC000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158" name="타원 157">
                <a:extLst>
                  <a:ext uri="{FF2B5EF4-FFF2-40B4-BE49-F238E27FC236}">
                    <a16:creationId xmlns:a16="http://schemas.microsoft.com/office/drawing/2014/main" id="{58410C58-E21A-078E-82C7-89F866F72AC4}"/>
                  </a:ext>
                </a:extLst>
              </p:cNvPr>
              <p:cNvSpPr/>
              <p:nvPr/>
            </p:nvSpPr>
            <p:spPr>
              <a:xfrm>
                <a:off x="2700538" y="3819489"/>
                <a:ext cx="133624" cy="308832"/>
              </a:xfrm>
              <a:prstGeom prst="ellipse">
                <a:avLst/>
              </a:prstGeom>
              <a:solidFill>
                <a:schemeClr val="accent1">
                  <a:lumMod val="60000"/>
                  <a:lumOff val="40000"/>
                </a:schemeClr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</p:grpSp>
        <p:sp>
          <p:nvSpPr>
            <p:cNvPr id="150" name="이등변 삼각형 149">
              <a:extLst>
                <a:ext uri="{FF2B5EF4-FFF2-40B4-BE49-F238E27FC236}">
                  <a16:creationId xmlns:a16="http://schemas.microsoft.com/office/drawing/2014/main" id="{01BA8949-41DD-F8FB-38F0-3396546E4F96}"/>
                </a:ext>
              </a:extLst>
            </p:cNvPr>
            <p:cNvSpPr/>
            <p:nvPr/>
          </p:nvSpPr>
          <p:spPr>
            <a:xfrm flipH="1">
              <a:off x="4178936" y="2337029"/>
              <a:ext cx="133052" cy="233874"/>
            </a:xfrm>
            <a:prstGeom prst="triangle">
              <a:avLst/>
            </a:prstGeom>
            <a:solidFill>
              <a:srgbClr val="FF0000">
                <a:alpha val="50000"/>
              </a:srgbClr>
            </a:solidFill>
            <a:ln>
              <a:solidFill>
                <a:srgbClr val="C00000">
                  <a:alpha val="50000"/>
                </a:srgb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sp>
          <p:nvSpPr>
            <p:cNvPr id="151" name="이등변 삼각형 150">
              <a:extLst>
                <a:ext uri="{FF2B5EF4-FFF2-40B4-BE49-F238E27FC236}">
                  <a16:creationId xmlns:a16="http://schemas.microsoft.com/office/drawing/2014/main" id="{F26C8E80-43BB-29C4-D5A1-7A5F6B5304DB}"/>
                </a:ext>
              </a:extLst>
            </p:cNvPr>
            <p:cNvSpPr/>
            <p:nvPr/>
          </p:nvSpPr>
          <p:spPr>
            <a:xfrm flipH="1">
              <a:off x="3495488" y="2420618"/>
              <a:ext cx="133052" cy="233874"/>
            </a:xfrm>
            <a:prstGeom prst="triangle">
              <a:avLst/>
            </a:prstGeom>
            <a:solidFill>
              <a:srgbClr val="FF0000"/>
            </a:solidFill>
            <a:ln>
              <a:solidFill>
                <a:srgbClr val="C0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cxnSp>
          <p:nvCxnSpPr>
            <p:cNvPr id="152" name="직선 화살표 연결선 151">
              <a:extLst>
                <a:ext uri="{FF2B5EF4-FFF2-40B4-BE49-F238E27FC236}">
                  <a16:creationId xmlns:a16="http://schemas.microsoft.com/office/drawing/2014/main" id="{FB19B9A0-4846-C506-AB4C-F25ECBB654AF}"/>
                </a:ext>
              </a:extLst>
            </p:cNvPr>
            <p:cNvCxnSpPr>
              <a:cxnSpLocks/>
              <a:stCxn id="150" idx="5"/>
              <a:endCxn id="151" idx="1"/>
            </p:cNvCxnSpPr>
            <p:nvPr/>
          </p:nvCxnSpPr>
          <p:spPr>
            <a:xfrm flipH="1">
              <a:off x="3595277" y="2453966"/>
              <a:ext cx="616922" cy="83589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3" name="직선 화살표 연결선 152">
              <a:extLst>
                <a:ext uri="{FF2B5EF4-FFF2-40B4-BE49-F238E27FC236}">
                  <a16:creationId xmlns:a16="http://schemas.microsoft.com/office/drawing/2014/main" id="{B2F04D99-4C54-D84E-892D-D2908EF04AC8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2814593" y="2654492"/>
              <a:ext cx="747421" cy="1210224"/>
            </a:xfrm>
            <a:prstGeom prst="straightConnector1">
              <a:avLst/>
            </a:prstGeom>
            <a:ln>
              <a:headEnd type="triangle"/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grpSp>
          <p:nvGrpSpPr>
            <p:cNvPr id="154" name="그룹 153">
              <a:extLst>
                <a:ext uri="{FF2B5EF4-FFF2-40B4-BE49-F238E27FC236}">
                  <a16:creationId xmlns:a16="http://schemas.microsoft.com/office/drawing/2014/main" id="{20B00A10-6F9D-94E6-6AC7-824DFC4B3972}"/>
                </a:ext>
              </a:extLst>
            </p:cNvPr>
            <p:cNvGrpSpPr/>
            <p:nvPr/>
          </p:nvGrpSpPr>
          <p:grpSpPr>
            <a:xfrm>
              <a:off x="2954960" y="3026261"/>
              <a:ext cx="466686" cy="466686"/>
              <a:chOff x="2231169" y="3000059"/>
              <a:chExt cx="466686" cy="466686"/>
            </a:xfrm>
          </p:grpSpPr>
          <p:pic>
            <p:nvPicPr>
              <p:cNvPr id="155" name="그래픽 154" descr="심장 박동 단색으로 채워진">
                <a:extLst>
                  <a:ext uri="{FF2B5EF4-FFF2-40B4-BE49-F238E27FC236}">
                    <a16:creationId xmlns:a16="http://schemas.microsoft.com/office/drawing/2014/main" id="{7E1482F5-7633-7034-0DF5-F9509388E99C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/>
              </a:stretch>
            </p:blipFill>
            <p:spPr>
              <a:xfrm>
                <a:off x="2231169" y="3000059"/>
                <a:ext cx="466686" cy="466686"/>
              </a:xfrm>
              <a:prstGeom prst="rect">
                <a:avLst/>
              </a:prstGeom>
            </p:spPr>
          </p:pic>
          <p:cxnSp>
            <p:nvCxnSpPr>
              <p:cNvPr id="156" name="직선 화살표 연결선 155">
                <a:extLst>
                  <a:ext uri="{FF2B5EF4-FFF2-40B4-BE49-F238E27FC236}">
                    <a16:creationId xmlns:a16="http://schemas.microsoft.com/office/drawing/2014/main" id="{6391ED48-669C-F759-9BF4-C4064A74B100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2586832" y="3233402"/>
                <a:ext cx="0" cy="153714"/>
              </a:xfrm>
              <a:prstGeom prst="straightConnector1">
                <a:avLst/>
              </a:prstGeom>
              <a:ln w="19050">
                <a:solidFill>
                  <a:srgbClr val="FF0000"/>
                </a:solidFill>
                <a:tailEnd type="triangl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</p:grpSp>
      <p:grpSp>
        <p:nvGrpSpPr>
          <p:cNvPr id="196" name="그룹 195">
            <a:extLst>
              <a:ext uri="{FF2B5EF4-FFF2-40B4-BE49-F238E27FC236}">
                <a16:creationId xmlns:a16="http://schemas.microsoft.com/office/drawing/2014/main" id="{1AADE628-AA3D-6376-B9EE-42E89097CFC7}"/>
              </a:ext>
            </a:extLst>
          </p:cNvPr>
          <p:cNvGrpSpPr>
            <a:grpSpLocks noChangeAspect="1"/>
          </p:cNvGrpSpPr>
          <p:nvPr/>
        </p:nvGrpSpPr>
        <p:grpSpPr>
          <a:xfrm>
            <a:off x="9297843" y="2674664"/>
            <a:ext cx="2550164" cy="2559600"/>
            <a:chOff x="8301761" y="2933021"/>
            <a:chExt cx="2107431" cy="2115229"/>
          </a:xfrm>
        </p:grpSpPr>
        <p:grpSp>
          <p:nvGrpSpPr>
            <p:cNvPr id="197" name="그룹 196">
              <a:extLst>
                <a:ext uri="{FF2B5EF4-FFF2-40B4-BE49-F238E27FC236}">
                  <a16:creationId xmlns:a16="http://schemas.microsoft.com/office/drawing/2014/main" id="{2BF0701C-47E9-EAF2-7994-59FBDDD0EAA1}"/>
                </a:ext>
              </a:extLst>
            </p:cNvPr>
            <p:cNvGrpSpPr>
              <a:grpSpLocks noChangeAspect="1"/>
            </p:cNvGrpSpPr>
            <p:nvPr/>
          </p:nvGrpSpPr>
          <p:grpSpPr>
            <a:xfrm>
              <a:off x="8301761" y="2933021"/>
              <a:ext cx="2107431" cy="2115229"/>
              <a:chOff x="1147350" y="2177298"/>
              <a:chExt cx="3228056" cy="3240000"/>
            </a:xfrm>
          </p:grpSpPr>
          <p:grpSp>
            <p:nvGrpSpPr>
              <p:cNvPr id="203" name="그룹 202">
                <a:extLst>
                  <a:ext uri="{FF2B5EF4-FFF2-40B4-BE49-F238E27FC236}">
                    <a16:creationId xmlns:a16="http://schemas.microsoft.com/office/drawing/2014/main" id="{DCFD229E-D9E9-3B19-24C2-BCF6778FB91B}"/>
                  </a:ext>
                </a:extLst>
              </p:cNvPr>
              <p:cNvGrpSpPr/>
              <p:nvPr/>
            </p:nvGrpSpPr>
            <p:grpSpPr>
              <a:xfrm>
                <a:off x="1147350" y="2177298"/>
                <a:ext cx="3228056" cy="3240000"/>
                <a:chOff x="1147350" y="2177298"/>
                <a:chExt cx="3228056" cy="3240000"/>
              </a:xfrm>
            </p:grpSpPr>
            <p:sp>
              <p:nvSpPr>
                <p:cNvPr id="213" name="부분 원형 212">
                  <a:extLst>
                    <a:ext uri="{FF2B5EF4-FFF2-40B4-BE49-F238E27FC236}">
                      <a16:creationId xmlns:a16="http://schemas.microsoft.com/office/drawing/2014/main" id="{9BC9FBEC-5D3F-1018-0D1B-60C30B93DA28}"/>
                    </a:ext>
                  </a:extLst>
                </p:cNvPr>
                <p:cNvSpPr/>
                <p:nvPr/>
              </p:nvSpPr>
              <p:spPr>
                <a:xfrm rot="12433936">
                  <a:off x="1147350" y="2177298"/>
                  <a:ext cx="3228056" cy="3240000"/>
                </a:xfrm>
                <a:prstGeom prst="pie">
                  <a:avLst>
                    <a:gd name="adj1" fmla="val 406599"/>
                    <a:gd name="adj2" fmla="val 7128648"/>
                  </a:avLst>
                </a:prstGeom>
                <a:solidFill>
                  <a:srgbClr val="FFFF99"/>
                </a:solidFill>
                <a:ln>
                  <a:solidFill>
                    <a:srgbClr val="FFC000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214" name="타원 213">
                  <a:extLst>
                    <a:ext uri="{FF2B5EF4-FFF2-40B4-BE49-F238E27FC236}">
                      <a16:creationId xmlns:a16="http://schemas.microsoft.com/office/drawing/2014/main" id="{C130C239-107C-218E-7039-4016EE0FEB8B}"/>
                    </a:ext>
                  </a:extLst>
                </p:cNvPr>
                <p:cNvSpPr/>
                <p:nvPr/>
              </p:nvSpPr>
              <p:spPr>
                <a:xfrm>
                  <a:off x="2700538" y="3819489"/>
                  <a:ext cx="133624" cy="308832"/>
                </a:xfrm>
                <a:prstGeom prst="ellipse">
                  <a:avLst/>
                </a:prstGeom>
                <a:solidFill>
                  <a:schemeClr val="accent1">
                    <a:lumMod val="60000"/>
                    <a:lumOff val="40000"/>
                  </a:schemeClr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/>
                </a:p>
              </p:txBody>
            </p:sp>
          </p:grpSp>
          <p:sp>
            <p:nvSpPr>
              <p:cNvPr id="204" name="이등변 삼각형 203">
                <a:extLst>
                  <a:ext uri="{FF2B5EF4-FFF2-40B4-BE49-F238E27FC236}">
                    <a16:creationId xmlns:a16="http://schemas.microsoft.com/office/drawing/2014/main" id="{253F26C1-231F-85C8-32E1-5AD299CEA8DE}"/>
                  </a:ext>
                </a:extLst>
              </p:cNvPr>
              <p:cNvSpPr/>
              <p:nvPr/>
            </p:nvSpPr>
            <p:spPr>
              <a:xfrm>
                <a:off x="2256826" y="3085083"/>
                <a:ext cx="133052" cy="233874"/>
              </a:xfrm>
              <a:prstGeom prst="triangle">
                <a:avLst/>
              </a:prstGeom>
              <a:solidFill>
                <a:srgbClr val="FF0000"/>
              </a:solidFill>
              <a:ln>
                <a:solidFill>
                  <a:srgbClr val="C00000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05" name="이등변 삼각형 204">
                <a:extLst>
                  <a:ext uri="{FF2B5EF4-FFF2-40B4-BE49-F238E27FC236}">
                    <a16:creationId xmlns:a16="http://schemas.microsoft.com/office/drawing/2014/main" id="{F16F8BD3-631B-BA80-4706-767A4A1C9C72}"/>
                  </a:ext>
                </a:extLst>
              </p:cNvPr>
              <p:cNvSpPr/>
              <p:nvPr/>
            </p:nvSpPr>
            <p:spPr>
              <a:xfrm flipH="1">
                <a:off x="4178936" y="2337029"/>
                <a:ext cx="133052" cy="233874"/>
              </a:xfrm>
              <a:prstGeom prst="triangle">
                <a:avLst/>
              </a:prstGeom>
              <a:solidFill>
                <a:srgbClr val="FF0000">
                  <a:alpha val="50000"/>
                </a:srgbClr>
              </a:solidFill>
              <a:ln>
                <a:solidFill>
                  <a:srgbClr val="C00000">
                    <a:alpha val="50000"/>
                  </a:srgb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06" name="이등변 삼각형 205">
                <a:extLst>
                  <a:ext uri="{FF2B5EF4-FFF2-40B4-BE49-F238E27FC236}">
                    <a16:creationId xmlns:a16="http://schemas.microsoft.com/office/drawing/2014/main" id="{3FD0C834-0047-9BC6-D5C1-3F9C59F61B15}"/>
                  </a:ext>
                </a:extLst>
              </p:cNvPr>
              <p:cNvSpPr/>
              <p:nvPr/>
            </p:nvSpPr>
            <p:spPr>
              <a:xfrm flipH="1">
                <a:off x="3495488" y="2420618"/>
                <a:ext cx="133052" cy="233874"/>
              </a:xfrm>
              <a:prstGeom prst="triangle">
                <a:avLst/>
              </a:prstGeom>
              <a:solidFill>
                <a:srgbClr val="FF0000"/>
              </a:solidFill>
              <a:ln>
                <a:solidFill>
                  <a:srgbClr val="C00000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cxnSp>
            <p:nvCxnSpPr>
              <p:cNvPr id="207" name="직선 화살표 연결선 206">
                <a:extLst>
                  <a:ext uri="{FF2B5EF4-FFF2-40B4-BE49-F238E27FC236}">
                    <a16:creationId xmlns:a16="http://schemas.microsoft.com/office/drawing/2014/main" id="{7E3D3E4A-3779-35AD-5050-201F61DF81F0}"/>
                  </a:ext>
                </a:extLst>
              </p:cNvPr>
              <p:cNvCxnSpPr>
                <a:cxnSpLocks/>
                <a:stCxn id="205" idx="5"/>
                <a:endCxn id="206" idx="1"/>
              </p:cNvCxnSpPr>
              <p:nvPr/>
            </p:nvCxnSpPr>
            <p:spPr>
              <a:xfrm flipH="1">
                <a:off x="3595277" y="2453966"/>
                <a:ext cx="616922" cy="83589"/>
              </a:xfrm>
              <a:prstGeom prst="straightConnector1">
                <a:avLst/>
              </a:prstGeom>
              <a:ln w="28575">
                <a:solidFill>
                  <a:schemeClr val="tx1"/>
                </a:solidFill>
                <a:tailEnd type="triangl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08" name="직선 화살표 연결선 207">
                <a:extLst>
                  <a:ext uri="{FF2B5EF4-FFF2-40B4-BE49-F238E27FC236}">
                    <a16:creationId xmlns:a16="http://schemas.microsoft.com/office/drawing/2014/main" id="{2425629A-37B0-9082-7F6A-77F4D909FAB1}"/>
                  </a:ext>
                </a:extLst>
              </p:cNvPr>
              <p:cNvCxnSpPr>
                <a:cxnSpLocks/>
                <a:stCxn id="204" idx="3"/>
                <a:endCxn id="214" idx="1"/>
              </p:cNvCxnSpPr>
              <p:nvPr/>
            </p:nvCxnSpPr>
            <p:spPr>
              <a:xfrm>
                <a:off x="2323352" y="3318957"/>
                <a:ext cx="396755" cy="545759"/>
              </a:xfrm>
              <a:prstGeom prst="straightConnector1">
                <a:avLst/>
              </a:prstGeom>
              <a:ln>
                <a:headEnd type="none"/>
                <a:tailEnd type="triangle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209" name="직선 화살표 연결선 208">
                <a:extLst>
                  <a:ext uri="{FF2B5EF4-FFF2-40B4-BE49-F238E27FC236}">
                    <a16:creationId xmlns:a16="http://schemas.microsoft.com/office/drawing/2014/main" id="{549821F6-5F96-043D-9317-0150464CB3D1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2814593" y="2654492"/>
                <a:ext cx="747421" cy="1210224"/>
              </a:xfrm>
              <a:prstGeom prst="straightConnector1">
                <a:avLst/>
              </a:prstGeom>
              <a:ln>
                <a:headEnd type="triangle"/>
                <a:tailEnd type="triangle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grpSp>
            <p:nvGrpSpPr>
              <p:cNvPr id="210" name="그룹 209">
                <a:extLst>
                  <a:ext uri="{FF2B5EF4-FFF2-40B4-BE49-F238E27FC236}">
                    <a16:creationId xmlns:a16="http://schemas.microsoft.com/office/drawing/2014/main" id="{7B4DC114-861B-5F8A-B317-0D3B936CCB0B}"/>
                  </a:ext>
                </a:extLst>
              </p:cNvPr>
              <p:cNvGrpSpPr/>
              <p:nvPr/>
            </p:nvGrpSpPr>
            <p:grpSpPr>
              <a:xfrm>
                <a:off x="2954960" y="3026261"/>
                <a:ext cx="466686" cy="466686"/>
                <a:chOff x="2231169" y="3000059"/>
                <a:chExt cx="466686" cy="466686"/>
              </a:xfrm>
            </p:grpSpPr>
            <p:pic>
              <p:nvPicPr>
                <p:cNvPr id="211" name="그래픽 210" descr="심장 박동 단색으로 채워진">
                  <a:extLst>
                    <a:ext uri="{FF2B5EF4-FFF2-40B4-BE49-F238E27FC236}">
                      <a16:creationId xmlns:a16="http://schemas.microsoft.com/office/drawing/2014/main" id="{68EFBA87-3ADC-0828-2A0E-EB3A53C9DC32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>
                  <a:extLst>
                    <a:ext uri="{96DAC541-7B7A-43D3-8B79-37D633B846F1}">
                      <asvg:svgBlip xmlns:asvg="http://schemas.microsoft.com/office/drawing/2016/SVG/main" r:embed="rId3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2231169" y="3000059"/>
                  <a:ext cx="466686" cy="466686"/>
                </a:xfrm>
                <a:prstGeom prst="rect">
                  <a:avLst/>
                </a:prstGeom>
              </p:spPr>
            </p:pic>
            <p:cxnSp>
              <p:nvCxnSpPr>
                <p:cNvPr id="212" name="직선 화살표 연결선 211">
                  <a:extLst>
                    <a:ext uri="{FF2B5EF4-FFF2-40B4-BE49-F238E27FC236}">
                      <a16:creationId xmlns:a16="http://schemas.microsoft.com/office/drawing/2014/main" id="{B5F7816F-F37E-3A90-A81C-4039B22187F7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2586832" y="3233402"/>
                  <a:ext cx="0" cy="153714"/>
                </a:xfrm>
                <a:prstGeom prst="straightConnector1">
                  <a:avLst/>
                </a:prstGeom>
                <a:ln w="19050">
                  <a:solidFill>
                    <a:srgbClr val="FF0000"/>
                  </a:solidFill>
                  <a:tailEnd type="triangle"/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</p:grpSp>
        </p:grpSp>
        <p:grpSp>
          <p:nvGrpSpPr>
            <p:cNvPr id="198" name="그룹 197">
              <a:extLst>
                <a:ext uri="{FF2B5EF4-FFF2-40B4-BE49-F238E27FC236}">
                  <a16:creationId xmlns:a16="http://schemas.microsoft.com/office/drawing/2014/main" id="{CF030019-23E8-2A0E-50C9-90AD6C08E000}"/>
                </a:ext>
              </a:extLst>
            </p:cNvPr>
            <p:cNvGrpSpPr>
              <a:grpSpLocks noChangeAspect="1"/>
            </p:cNvGrpSpPr>
            <p:nvPr/>
          </p:nvGrpSpPr>
          <p:grpSpPr>
            <a:xfrm>
              <a:off x="9026081" y="3695699"/>
              <a:ext cx="209404" cy="231754"/>
              <a:chOff x="4894135" y="3094220"/>
              <a:chExt cx="484374" cy="536070"/>
            </a:xfrm>
          </p:grpSpPr>
          <p:pic>
            <p:nvPicPr>
              <p:cNvPr id="199" name="그래픽 198" descr="시계 단색으로 채워진">
                <a:extLst>
                  <a:ext uri="{FF2B5EF4-FFF2-40B4-BE49-F238E27FC236}">
                    <a16:creationId xmlns:a16="http://schemas.microsoft.com/office/drawing/2014/main" id="{4C87D046-9B0B-2EFC-F78C-42A25524B0A6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>
                <a:extLst>
                  <a:ext uri="{96DAC541-7B7A-43D3-8B79-37D633B846F1}">
                    <asvg:svgBlip xmlns:asvg="http://schemas.microsoft.com/office/drawing/2016/SVG/main" r:embed="rId2"/>
                  </a:ext>
                </a:extLst>
              </a:blip>
              <a:stretch>
                <a:fillRect/>
              </a:stretch>
            </p:blipFill>
            <p:spPr>
              <a:xfrm>
                <a:off x="4894135" y="3217541"/>
                <a:ext cx="399034" cy="399034"/>
              </a:xfrm>
              <a:prstGeom prst="rect">
                <a:avLst/>
              </a:prstGeom>
            </p:spPr>
          </p:pic>
          <p:grpSp>
            <p:nvGrpSpPr>
              <p:cNvPr id="200" name="그룹 199">
                <a:extLst>
                  <a:ext uri="{FF2B5EF4-FFF2-40B4-BE49-F238E27FC236}">
                    <a16:creationId xmlns:a16="http://schemas.microsoft.com/office/drawing/2014/main" id="{A6EDCF0A-E25F-15A0-DCD9-6B7FEF941574}"/>
                  </a:ext>
                </a:extLst>
              </p:cNvPr>
              <p:cNvGrpSpPr/>
              <p:nvPr/>
            </p:nvGrpSpPr>
            <p:grpSpPr>
              <a:xfrm>
                <a:off x="5138803" y="3094220"/>
                <a:ext cx="239706" cy="536070"/>
                <a:chOff x="2458149" y="2892259"/>
                <a:chExt cx="239706" cy="536070"/>
              </a:xfrm>
            </p:grpSpPr>
            <p:pic>
              <p:nvPicPr>
                <p:cNvPr id="201" name="그래픽 200" descr="심장 박동 단색으로 채워진">
                  <a:extLst>
                    <a:ext uri="{FF2B5EF4-FFF2-40B4-BE49-F238E27FC236}">
                      <a16:creationId xmlns:a16="http://schemas.microsoft.com/office/drawing/2014/main" id="{6466BB30-E244-CCD3-57D5-E762B2DA889F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>
                  <a:extLst>
                    <a:ext uri="{96DAC541-7B7A-43D3-8B79-37D633B846F1}">
                      <asvg:svgBlip xmlns:asvg="http://schemas.microsoft.com/office/drawing/2016/SVG/main" r:embed="rId3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2458149" y="3188623"/>
                  <a:ext cx="239706" cy="239706"/>
                </a:xfrm>
                <a:prstGeom prst="rect">
                  <a:avLst/>
                </a:prstGeom>
              </p:spPr>
            </p:pic>
            <p:cxnSp>
              <p:nvCxnSpPr>
                <p:cNvPr id="202" name="직선 화살표 연결선 201">
                  <a:extLst>
                    <a:ext uri="{FF2B5EF4-FFF2-40B4-BE49-F238E27FC236}">
                      <a16:creationId xmlns:a16="http://schemas.microsoft.com/office/drawing/2014/main" id="{4FEF9196-6CB9-851B-F4BB-3E70B0E3986F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2578003" y="2892259"/>
                  <a:ext cx="0" cy="334781"/>
                </a:xfrm>
                <a:prstGeom prst="straightConnector1">
                  <a:avLst/>
                </a:prstGeom>
                <a:ln w="19050">
                  <a:solidFill>
                    <a:srgbClr val="00B0F0"/>
                  </a:solidFill>
                  <a:headEnd w="lg" len="sm"/>
                  <a:tailEnd type="triangle"/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</p:grpSp>
        </p:grpSp>
      </p:grpSp>
      <p:grpSp>
        <p:nvGrpSpPr>
          <p:cNvPr id="215" name="그룹 214">
            <a:extLst>
              <a:ext uri="{FF2B5EF4-FFF2-40B4-BE49-F238E27FC236}">
                <a16:creationId xmlns:a16="http://schemas.microsoft.com/office/drawing/2014/main" id="{7CB44615-9D96-CCCF-9A41-E6E24DF1AF1E}"/>
              </a:ext>
            </a:extLst>
          </p:cNvPr>
          <p:cNvGrpSpPr>
            <a:grpSpLocks noChangeAspect="1"/>
          </p:cNvGrpSpPr>
          <p:nvPr/>
        </p:nvGrpSpPr>
        <p:grpSpPr>
          <a:xfrm>
            <a:off x="3324113" y="2674664"/>
            <a:ext cx="2550164" cy="2559600"/>
            <a:chOff x="1147350" y="2177298"/>
            <a:chExt cx="3228056" cy="3240000"/>
          </a:xfrm>
        </p:grpSpPr>
        <p:grpSp>
          <p:nvGrpSpPr>
            <p:cNvPr id="216" name="그룹 215">
              <a:extLst>
                <a:ext uri="{FF2B5EF4-FFF2-40B4-BE49-F238E27FC236}">
                  <a16:creationId xmlns:a16="http://schemas.microsoft.com/office/drawing/2014/main" id="{EE65EB67-91D4-E704-4A7C-D754A87A8A7B}"/>
                </a:ext>
              </a:extLst>
            </p:cNvPr>
            <p:cNvGrpSpPr/>
            <p:nvPr/>
          </p:nvGrpSpPr>
          <p:grpSpPr>
            <a:xfrm>
              <a:off x="1147350" y="2177298"/>
              <a:ext cx="3228056" cy="3240000"/>
              <a:chOff x="1147350" y="2177298"/>
              <a:chExt cx="3228056" cy="3240000"/>
            </a:xfrm>
          </p:grpSpPr>
          <p:sp>
            <p:nvSpPr>
              <p:cNvPr id="231" name="부분 원형 230">
                <a:extLst>
                  <a:ext uri="{FF2B5EF4-FFF2-40B4-BE49-F238E27FC236}">
                    <a16:creationId xmlns:a16="http://schemas.microsoft.com/office/drawing/2014/main" id="{4E543CE3-C2A9-029A-132E-04173E737236}"/>
                  </a:ext>
                </a:extLst>
              </p:cNvPr>
              <p:cNvSpPr/>
              <p:nvPr/>
            </p:nvSpPr>
            <p:spPr>
              <a:xfrm rot="12433936">
                <a:off x="1147350" y="2177298"/>
                <a:ext cx="3228056" cy="3240000"/>
              </a:xfrm>
              <a:prstGeom prst="pie">
                <a:avLst>
                  <a:gd name="adj1" fmla="val 406599"/>
                  <a:gd name="adj2" fmla="val 7128648"/>
                </a:avLst>
              </a:prstGeom>
              <a:solidFill>
                <a:srgbClr val="FFFF99"/>
              </a:solidFill>
              <a:ln>
                <a:solidFill>
                  <a:srgbClr val="FFC000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232" name="타원 231">
                <a:extLst>
                  <a:ext uri="{FF2B5EF4-FFF2-40B4-BE49-F238E27FC236}">
                    <a16:creationId xmlns:a16="http://schemas.microsoft.com/office/drawing/2014/main" id="{420EC0E3-C141-5CBE-B83C-142E3373571F}"/>
                  </a:ext>
                </a:extLst>
              </p:cNvPr>
              <p:cNvSpPr/>
              <p:nvPr/>
            </p:nvSpPr>
            <p:spPr>
              <a:xfrm>
                <a:off x="2700538" y="3819489"/>
                <a:ext cx="133624" cy="308832"/>
              </a:xfrm>
              <a:prstGeom prst="ellipse">
                <a:avLst/>
              </a:prstGeom>
              <a:solidFill>
                <a:schemeClr val="accent1">
                  <a:lumMod val="60000"/>
                  <a:lumOff val="40000"/>
                </a:schemeClr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</p:grpSp>
        <p:sp>
          <p:nvSpPr>
            <p:cNvPr id="217" name="이등변 삼각형 216">
              <a:extLst>
                <a:ext uri="{FF2B5EF4-FFF2-40B4-BE49-F238E27FC236}">
                  <a16:creationId xmlns:a16="http://schemas.microsoft.com/office/drawing/2014/main" id="{A0C2CE4A-2BD7-C0C8-83C0-3EB2D1E7F269}"/>
                </a:ext>
              </a:extLst>
            </p:cNvPr>
            <p:cNvSpPr/>
            <p:nvPr/>
          </p:nvSpPr>
          <p:spPr>
            <a:xfrm>
              <a:off x="1604273" y="3034142"/>
              <a:ext cx="133052" cy="233874"/>
            </a:xfrm>
            <a:prstGeom prst="triangle">
              <a:avLst/>
            </a:prstGeom>
            <a:solidFill>
              <a:srgbClr val="FF0000">
                <a:alpha val="50000"/>
              </a:srgbClr>
            </a:solidFill>
            <a:ln>
              <a:solidFill>
                <a:srgbClr val="C00000">
                  <a:alpha val="50000"/>
                </a:srgb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18" name="이등변 삼각형 217">
              <a:extLst>
                <a:ext uri="{FF2B5EF4-FFF2-40B4-BE49-F238E27FC236}">
                  <a16:creationId xmlns:a16="http://schemas.microsoft.com/office/drawing/2014/main" id="{4C6CCF3C-2DFB-279C-EF7E-D70543EA3E00}"/>
                </a:ext>
              </a:extLst>
            </p:cNvPr>
            <p:cNvSpPr/>
            <p:nvPr/>
          </p:nvSpPr>
          <p:spPr>
            <a:xfrm>
              <a:off x="2256826" y="3085083"/>
              <a:ext cx="133052" cy="233874"/>
            </a:xfrm>
            <a:prstGeom prst="triangle">
              <a:avLst/>
            </a:prstGeom>
            <a:solidFill>
              <a:srgbClr val="FF0000"/>
            </a:solidFill>
            <a:ln>
              <a:solidFill>
                <a:srgbClr val="C0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cxnSp>
          <p:nvCxnSpPr>
            <p:cNvPr id="219" name="직선 화살표 연결선 218">
              <a:extLst>
                <a:ext uri="{FF2B5EF4-FFF2-40B4-BE49-F238E27FC236}">
                  <a16:creationId xmlns:a16="http://schemas.microsoft.com/office/drawing/2014/main" id="{B1A74470-521D-FEB2-1279-70BFDA88C190}"/>
                </a:ext>
              </a:extLst>
            </p:cNvPr>
            <p:cNvCxnSpPr>
              <a:cxnSpLocks/>
              <a:stCxn id="217" idx="5"/>
            </p:cNvCxnSpPr>
            <p:nvPr/>
          </p:nvCxnSpPr>
          <p:spPr>
            <a:xfrm>
              <a:off x="1704062" y="3151079"/>
              <a:ext cx="586027" cy="31208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20" name="이등변 삼각형 219">
              <a:extLst>
                <a:ext uri="{FF2B5EF4-FFF2-40B4-BE49-F238E27FC236}">
                  <a16:creationId xmlns:a16="http://schemas.microsoft.com/office/drawing/2014/main" id="{D19F1549-5111-64ED-C40F-10FCF2E123D5}"/>
                </a:ext>
              </a:extLst>
            </p:cNvPr>
            <p:cNvSpPr/>
            <p:nvPr/>
          </p:nvSpPr>
          <p:spPr>
            <a:xfrm flipH="1">
              <a:off x="4178936" y="2337029"/>
              <a:ext cx="133052" cy="233874"/>
            </a:xfrm>
            <a:prstGeom prst="triangle">
              <a:avLst/>
            </a:prstGeom>
            <a:solidFill>
              <a:srgbClr val="FF0000">
                <a:alpha val="50000"/>
              </a:srgbClr>
            </a:solidFill>
            <a:ln>
              <a:solidFill>
                <a:srgbClr val="C00000">
                  <a:alpha val="50000"/>
                </a:srgb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21" name="이등변 삼각형 220">
              <a:extLst>
                <a:ext uri="{FF2B5EF4-FFF2-40B4-BE49-F238E27FC236}">
                  <a16:creationId xmlns:a16="http://schemas.microsoft.com/office/drawing/2014/main" id="{382CC514-4519-BE74-61C9-FE3C211D9305}"/>
                </a:ext>
              </a:extLst>
            </p:cNvPr>
            <p:cNvSpPr/>
            <p:nvPr/>
          </p:nvSpPr>
          <p:spPr>
            <a:xfrm flipH="1">
              <a:off x="3495488" y="2420618"/>
              <a:ext cx="133052" cy="233874"/>
            </a:xfrm>
            <a:prstGeom prst="triangle">
              <a:avLst/>
            </a:prstGeom>
            <a:solidFill>
              <a:srgbClr val="FF0000"/>
            </a:solidFill>
            <a:ln>
              <a:solidFill>
                <a:srgbClr val="C0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cxnSp>
          <p:nvCxnSpPr>
            <p:cNvPr id="222" name="직선 화살표 연결선 221">
              <a:extLst>
                <a:ext uri="{FF2B5EF4-FFF2-40B4-BE49-F238E27FC236}">
                  <a16:creationId xmlns:a16="http://schemas.microsoft.com/office/drawing/2014/main" id="{EED86FC9-8677-A7FF-093B-258B120C30B6}"/>
                </a:ext>
              </a:extLst>
            </p:cNvPr>
            <p:cNvCxnSpPr>
              <a:cxnSpLocks/>
              <a:stCxn id="220" idx="5"/>
              <a:endCxn id="221" idx="1"/>
            </p:cNvCxnSpPr>
            <p:nvPr/>
          </p:nvCxnSpPr>
          <p:spPr>
            <a:xfrm flipH="1">
              <a:off x="3595277" y="2453966"/>
              <a:ext cx="616922" cy="83589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3" name="직선 화살표 연결선 222">
              <a:extLst>
                <a:ext uri="{FF2B5EF4-FFF2-40B4-BE49-F238E27FC236}">
                  <a16:creationId xmlns:a16="http://schemas.microsoft.com/office/drawing/2014/main" id="{754838D0-119A-B4BF-54FD-9213B436BF73}"/>
                </a:ext>
              </a:extLst>
            </p:cNvPr>
            <p:cNvCxnSpPr>
              <a:cxnSpLocks/>
              <a:stCxn id="218" idx="3"/>
              <a:endCxn id="232" idx="1"/>
            </p:cNvCxnSpPr>
            <p:nvPr/>
          </p:nvCxnSpPr>
          <p:spPr>
            <a:xfrm>
              <a:off x="2323352" y="3318957"/>
              <a:ext cx="396755" cy="545759"/>
            </a:xfrm>
            <a:prstGeom prst="straightConnector1">
              <a:avLst/>
            </a:prstGeom>
            <a:ln>
              <a:headEnd type="triangle"/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grpSp>
          <p:nvGrpSpPr>
            <p:cNvPr id="224" name="그룹 223">
              <a:extLst>
                <a:ext uri="{FF2B5EF4-FFF2-40B4-BE49-F238E27FC236}">
                  <a16:creationId xmlns:a16="http://schemas.microsoft.com/office/drawing/2014/main" id="{C345F71B-195A-C9F0-CDF6-669040553D72}"/>
                </a:ext>
              </a:extLst>
            </p:cNvPr>
            <p:cNvGrpSpPr/>
            <p:nvPr/>
          </p:nvGrpSpPr>
          <p:grpSpPr>
            <a:xfrm>
              <a:off x="2326060" y="3358493"/>
              <a:ext cx="466686" cy="466686"/>
              <a:chOff x="2231169" y="3000059"/>
              <a:chExt cx="466686" cy="466686"/>
            </a:xfrm>
          </p:grpSpPr>
          <p:pic>
            <p:nvPicPr>
              <p:cNvPr id="229" name="그래픽 228" descr="심장 박동 단색으로 채워진">
                <a:extLst>
                  <a:ext uri="{FF2B5EF4-FFF2-40B4-BE49-F238E27FC236}">
                    <a16:creationId xmlns:a16="http://schemas.microsoft.com/office/drawing/2014/main" id="{FAA4DBB0-72F3-E3B8-EC21-A12452708431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/>
              </a:stretch>
            </p:blipFill>
            <p:spPr>
              <a:xfrm>
                <a:off x="2231169" y="3000059"/>
                <a:ext cx="466686" cy="466686"/>
              </a:xfrm>
              <a:prstGeom prst="rect">
                <a:avLst/>
              </a:prstGeom>
            </p:spPr>
          </p:pic>
          <p:cxnSp>
            <p:nvCxnSpPr>
              <p:cNvPr id="230" name="직선 화살표 연결선 229">
                <a:extLst>
                  <a:ext uri="{FF2B5EF4-FFF2-40B4-BE49-F238E27FC236}">
                    <a16:creationId xmlns:a16="http://schemas.microsoft.com/office/drawing/2014/main" id="{C2221046-4393-7B7A-46F0-F7054E3AAE2F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2586832" y="3022474"/>
                <a:ext cx="0" cy="364642"/>
              </a:xfrm>
              <a:prstGeom prst="straightConnector1">
                <a:avLst/>
              </a:prstGeom>
              <a:ln w="57150">
                <a:solidFill>
                  <a:srgbClr val="FF0000"/>
                </a:solidFill>
                <a:tailEnd type="triangl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  <p:cxnSp>
          <p:nvCxnSpPr>
            <p:cNvPr id="225" name="직선 화살표 연결선 224">
              <a:extLst>
                <a:ext uri="{FF2B5EF4-FFF2-40B4-BE49-F238E27FC236}">
                  <a16:creationId xmlns:a16="http://schemas.microsoft.com/office/drawing/2014/main" id="{4A365852-093F-964A-5AF6-04E0873A719C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2814593" y="2654492"/>
              <a:ext cx="747421" cy="1210224"/>
            </a:xfrm>
            <a:prstGeom prst="straightConnector1">
              <a:avLst/>
            </a:prstGeom>
            <a:ln>
              <a:headEnd type="triangle"/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grpSp>
          <p:nvGrpSpPr>
            <p:cNvPr id="226" name="그룹 225">
              <a:extLst>
                <a:ext uri="{FF2B5EF4-FFF2-40B4-BE49-F238E27FC236}">
                  <a16:creationId xmlns:a16="http://schemas.microsoft.com/office/drawing/2014/main" id="{98400A7A-30B9-A9CD-906C-ABFA43452E38}"/>
                </a:ext>
              </a:extLst>
            </p:cNvPr>
            <p:cNvGrpSpPr/>
            <p:nvPr/>
          </p:nvGrpSpPr>
          <p:grpSpPr>
            <a:xfrm>
              <a:off x="2954960" y="3026261"/>
              <a:ext cx="466686" cy="466686"/>
              <a:chOff x="2231169" y="3000059"/>
              <a:chExt cx="466686" cy="466686"/>
            </a:xfrm>
          </p:grpSpPr>
          <p:pic>
            <p:nvPicPr>
              <p:cNvPr id="227" name="그래픽 226" descr="심장 박동 단색으로 채워진">
                <a:extLst>
                  <a:ext uri="{FF2B5EF4-FFF2-40B4-BE49-F238E27FC236}">
                    <a16:creationId xmlns:a16="http://schemas.microsoft.com/office/drawing/2014/main" id="{1D554A48-7ACE-7C03-1282-14646E3E0371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/>
              </a:stretch>
            </p:blipFill>
            <p:spPr>
              <a:xfrm>
                <a:off x="2231169" y="3000059"/>
                <a:ext cx="466686" cy="466686"/>
              </a:xfrm>
              <a:prstGeom prst="rect">
                <a:avLst/>
              </a:prstGeom>
            </p:spPr>
          </p:pic>
          <p:cxnSp>
            <p:nvCxnSpPr>
              <p:cNvPr id="228" name="직선 화살표 연결선 227">
                <a:extLst>
                  <a:ext uri="{FF2B5EF4-FFF2-40B4-BE49-F238E27FC236}">
                    <a16:creationId xmlns:a16="http://schemas.microsoft.com/office/drawing/2014/main" id="{AEA192C4-331E-D2D6-30A7-11EF6DA8BF45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2586832" y="3233402"/>
                <a:ext cx="0" cy="153714"/>
              </a:xfrm>
              <a:prstGeom prst="straightConnector1">
                <a:avLst/>
              </a:prstGeom>
              <a:ln w="19050">
                <a:solidFill>
                  <a:srgbClr val="FF0000"/>
                </a:solidFill>
                <a:tailEnd type="triangl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</p:grpSp>
      <p:sp>
        <p:nvSpPr>
          <p:cNvPr id="105" name="TextBox 104">
            <a:extLst>
              <a:ext uri="{FF2B5EF4-FFF2-40B4-BE49-F238E27FC236}">
                <a16:creationId xmlns:a16="http://schemas.microsoft.com/office/drawing/2014/main" id="{10D8854F-84E2-6D19-80ED-D472F54FFFD8}"/>
              </a:ext>
            </a:extLst>
          </p:cNvPr>
          <p:cNvSpPr txBox="1"/>
          <p:nvPr/>
        </p:nvSpPr>
        <p:spPr>
          <a:xfrm>
            <a:off x="118638" y="4673793"/>
            <a:ext cx="2973891" cy="83099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lang="ko-KR" altLang="en-US" sz="1200" dirty="0"/>
              <a:t>마네킹이 플레이어의 시야에 </a:t>
            </a:r>
            <a:endParaRPr lang="en-US" altLang="ko-KR" sz="1200" dirty="0"/>
          </a:p>
          <a:p>
            <a:pPr algn="ctr"/>
            <a:r>
              <a:rPr lang="ko-KR" altLang="en-US" sz="1200" dirty="0"/>
              <a:t>처음 들어오는 순간, </a:t>
            </a:r>
            <a:endParaRPr lang="en-US" altLang="ko-KR" sz="1200" dirty="0"/>
          </a:p>
          <a:p>
            <a:pPr algn="ctr"/>
            <a:r>
              <a:rPr lang="ko-KR" altLang="en-US" sz="1200" dirty="0"/>
              <a:t>마네킹과 플레이어 사이의 거리에 따라 </a:t>
            </a:r>
            <a:endParaRPr lang="en-US" altLang="ko-KR" sz="1200" dirty="0"/>
          </a:p>
          <a:p>
            <a:pPr algn="ctr"/>
            <a:r>
              <a:rPr lang="ko-KR" altLang="en-US" sz="1200" dirty="0"/>
              <a:t>심박수를 일시적으로 높인다.</a:t>
            </a:r>
          </a:p>
        </p:txBody>
      </p:sp>
      <p:sp>
        <p:nvSpPr>
          <p:cNvPr id="109" name="TextBox 108">
            <a:extLst>
              <a:ext uri="{FF2B5EF4-FFF2-40B4-BE49-F238E27FC236}">
                <a16:creationId xmlns:a16="http://schemas.microsoft.com/office/drawing/2014/main" id="{88047F69-535A-DD3D-AA90-7A9F3ABBA6FC}"/>
              </a:ext>
            </a:extLst>
          </p:cNvPr>
          <p:cNvSpPr txBox="1"/>
          <p:nvPr/>
        </p:nvSpPr>
        <p:spPr>
          <a:xfrm>
            <a:off x="3424835" y="4673793"/>
            <a:ext cx="2348720" cy="46166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lang="ko-KR" altLang="en-US" sz="1200" dirty="0"/>
              <a:t>처음 마주친 거리가 가까울수록</a:t>
            </a:r>
            <a:endParaRPr lang="en-US" altLang="ko-KR" sz="1200" dirty="0"/>
          </a:p>
          <a:p>
            <a:pPr algn="ctr"/>
            <a:r>
              <a:rPr lang="ko-KR" altLang="en-US" sz="1200" dirty="0"/>
              <a:t>심박수 증가량이 크다.</a:t>
            </a:r>
          </a:p>
        </p:txBody>
      </p:sp>
      <p:sp>
        <p:nvSpPr>
          <p:cNvPr id="113" name="TextBox 112">
            <a:extLst>
              <a:ext uri="{FF2B5EF4-FFF2-40B4-BE49-F238E27FC236}">
                <a16:creationId xmlns:a16="http://schemas.microsoft.com/office/drawing/2014/main" id="{76A6FC8E-C17B-A621-7FFA-06DB4060E31E}"/>
              </a:ext>
            </a:extLst>
          </p:cNvPr>
          <p:cNvSpPr txBox="1"/>
          <p:nvPr/>
        </p:nvSpPr>
        <p:spPr>
          <a:xfrm>
            <a:off x="6264201" y="4673793"/>
            <a:ext cx="2557111" cy="64633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lang="ko-KR" altLang="en-US" sz="1200" dirty="0"/>
              <a:t>최초 조우로 높아진 심박수는 </a:t>
            </a:r>
            <a:endParaRPr lang="en-US" altLang="ko-KR" sz="1200" dirty="0"/>
          </a:p>
          <a:p>
            <a:pPr algn="ctr"/>
            <a:r>
              <a:rPr lang="ko-KR" altLang="en-US" sz="1200" dirty="0"/>
              <a:t>조우 직후부터 시간이 지남에 따라</a:t>
            </a:r>
            <a:endParaRPr lang="en-US" altLang="ko-KR" sz="1200" dirty="0"/>
          </a:p>
          <a:p>
            <a:pPr algn="ctr"/>
            <a:r>
              <a:rPr lang="ko-KR" altLang="en-US" sz="1200" dirty="0"/>
              <a:t>점진적으로 감소한다.</a:t>
            </a:r>
          </a:p>
        </p:txBody>
      </p:sp>
      <p:sp>
        <p:nvSpPr>
          <p:cNvPr id="117" name="TextBox 116">
            <a:extLst>
              <a:ext uri="{FF2B5EF4-FFF2-40B4-BE49-F238E27FC236}">
                <a16:creationId xmlns:a16="http://schemas.microsoft.com/office/drawing/2014/main" id="{123311BB-D76D-8539-B5B0-9B2201E8A8C3}"/>
              </a:ext>
            </a:extLst>
          </p:cNvPr>
          <p:cNvSpPr txBox="1"/>
          <p:nvPr/>
        </p:nvSpPr>
        <p:spPr>
          <a:xfrm>
            <a:off x="9448258" y="4673793"/>
            <a:ext cx="2249334" cy="120032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lang="ko-KR" altLang="en-US" sz="1200" dirty="0"/>
              <a:t>조우 심박수가 감소하는 도중</a:t>
            </a:r>
            <a:r>
              <a:rPr lang="en-US" altLang="ko-KR" sz="1200" dirty="0"/>
              <a:t> </a:t>
            </a:r>
          </a:p>
          <a:p>
            <a:pPr algn="ctr"/>
            <a:r>
              <a:rPr lang="ko-KR" altLang="en-US" sz="1200" dirty="0"/>
              <a:t>새롭게 마네킹과 조우하면</a:t>
            </a:r>
            <a:r>
              <a:rPr lang="en-US" altLang="ko-KR" sz="1200" dirty="0"/>
              <a:t>,</a:t>
            </a:r>
          </a:p>
          <a:p>
            <a:pPr algn="ctr"/>
            <a:r>
              <a:rPr lang="ko-KR" altLang="en-US" sz="1200" dirty="0"/>
              <a:t>현재 감소되던 조우 심박수와 </a:t>
            </a:r>
            <a:endParaRPr lang="en-US" altLang="ko-KR" sz="1200" dirty="0"/>
          </a:p>
          <a:p>
            <a:pPr algn="ctr"/>
            <a:r>
              <a:rPr lang="ko-KR" altLang="en-US" sz="1200" dirty="0"/>
              <a:t>신규 조우 심박수를 비교하여</a:t>
            </a:r>
            <a:endParaRPr lang="en-US" altLang="ko-KR" sz="1200" dirty="0"/>
          </a:p>
          <a:p>
            <a:pPr algn="ctr"/>
            <a:r>
              <a:rPr lang="ko-KR" altLang="en-US" sz="1200" dirty="0"/>
              <a:t>더 큰 값을 적용한 뒤</a:t>
            </a:r>
            <a:br>
              <a:rPr lang="en-US" altLang="ko-KR" sz="1200" dirty="0"/>
            </a:br>
            <a:r>
              <a:rPr lang="ko-KR" altLang="en-US" sz="1200" dirty="0"/>
              <a:t>시간을 초기화한다</a:t>
            </a:r>
          </a:p>
        </p:txBody>
      </p:sp>
    </p:spTree>
    <p:extLst>
      <p:ext uri="{BB962C8B-B14F-4D97-AF65-F5344CB8AC3E}">
        <p14:creationId xmlns:p14="http://schemas.microsoft.com/office/powerpoint/2010/main" val="107452092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6274635-4AC1-D0AA-54C0-9E45FEADF8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ko-KR" altLang="en-US" dirty="0"/>
              <a:t>전체 심박수 시스템</a:t>
            </a:r>
            <a:br>
              <a:rPr lang="en-US" altLang="ko-KR" dirty="0"/>
            </a:br>
            <a:r>
              <a:rPr lang="ko-KR" altLang="en-US" sz="1300" dirty="0"/>
              <a:t>심장 박동 효과음에 거리 기반 긴장 유지와 최초 조우에 따른 일시적 놀람을 함께 반영한다</a:t>
            </a:r>
            <a:r>
              <a:rPr lang="en-US" altLang="ko-KR" sz="1300" dirty="0"/>
              <a:t>.</a:t>
            </a:r>
            <a:endParaRPr lang="ko-KR" altLang="en-US" sz="1300" dirty="0"/>
          </a:p>
        </p:txBody>
      </p:sp>
      <p:grpSp>
        <p:nvGrpSpPr>
          <p:cNvPr id="139" name="그룹 138">
            <a:extLst>
              <a:ext uri="{FF2B5EF4-FFF2-40B4-BE49-F238E27FC236}">
                <a16:creationId xmlns:a16="http://schemas.microsoft.com/office/drawing/2014/main" id="{AA1E7BD6-FD16-198C-6FEE-4460A4A34905}"/>
              </a:ext>
            </a:extLst>
          </p:cNvPr>
          <p:cNvGrpSpPr/>
          <p:nvPr/>
        </p:nvGrpSpPr>
        <p:grpSpPr>
          <a:xfrm>
            <a:off x="1030718" y="2318987"/>
            <a:ext cx="10130563" cy="4173888"/>
            <a:chOff x="712842" y="2106709"/>
            <a:chExt cx="10130563" cy="4173888"/>
          </a:xfrm>
        </p:grpSpPr>
        <p:cxnSp>
          <p:nvCxnSpPr>
            <p:cNvPr id="123" name="직선 화살표 연결선 122">
              <a:extLst>
                <a:ext uri="{FF2B5EF4-FFF2-40B4-BE49-F238E27FC236}">
                  <a16:creationId xmlns:a16="http://schemas.microsoft.com/office/drawing/2014/main" id="{074987FB-1220-3154-13DB-DE7303A8F055}"/>
                </a:ext>
              </a:extLst>
            </p:cNvPr>
            <p:cNvCxnSpPr>
              <a:cxnSpLocks/>
            </p:cNvCxnSpPr>
            <p:nvPr/>
          </p:nvCxnSpPr>
          <p:spPr>
            <a:xfrm>
              <a:off x="717047" y="2927402"/>
              <a:ext cx="8564113" cy="0"/>
            </a:xfrm>
            <a:prstGeom prst="straightConnector1">
              <a:avLst/>
            </a:prstGeom>
            <a:ln w="317500"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5" name="직선 연결선 124">
              <a:extLst>
                <a:ext uri="{FF2B5EF4-FFF2-40B4-BE49-F238E27FC236}">
                  <a16:creationId xmlns:a16="http://schemas.microsoft.com/office/drawing/2014/main" id="{A8A73262-C39A-C2DF-4905-5A02437B0725}"/>
                </a:ext>
              </a:extLst>
            </p:cNvPr>
            <p:cNvCxnSpPr>
              <a:cxnSpLocks/>
            </p:cNvCxnSpPr>
            <p:nvPr/>
          </p:nvCxnSpPr>
          <p:spPr>
            <a:xfrm>
              <a:off x="717047" y="5330725"/>
              <a:ext cx="6298543" cy="0"/>
            </a:xfrm>
            <a:prstGeom prst="line">
              <a:avLst/>
            </a:prstGeom>
            <a:ln w="190500"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7" name="직선 연결선 126">
              <a:extLst>
                <a:ext uri="{FF2B5EF4-FFF2-40B4-BE49-F238E27FC236}">
                  <a16:creationId xmlns:a16="http://schemas.microsoft.com/office/drawing/2014/main" id="{3469DE98-8719-9BA5-0DF3-A3361FAE8FE2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7006023" y="2927402"/>
              <a:ext cx="973605" cy="2453743"/>
            </a:xfrm>
            <a:prstGeom prst="line">
              <a:avLst/>
            </a:prstGeom>
            <a:ln w="190500"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3" name="그룹 2">
              <a:extLst>
                <a:ext uri="{FF2B5EF4-FFF2-40B4-BE49-F238E27FC236}">
                  <a16:creationId xmlns:a16="http://schemas.microsoft.com/office/drawing/2014/main" id="{77846984-00E1-23FA-7B4D-B3872B98991F}"/>
                </a:ext>
              </a:extLst>
            </p:cNvPr>
            <p:cNvGrpSpPr>
              <a:grpSpLocks noChangeAspect="1"/>
            </p:cNvGrpSpPr>
            <p:nvPr/>
          </p:nvGrpSpPr>
          <p:grpSpPr>
            <a:xfrm>
              <a:off x="712842" y="2106709"/>
              <a:ext cx="7086150" cy="1999076"/>
              <a:chOff x="469521" y="2327694"/>
              <a:chExt cx="11530266" cy="3252807"/>
            </a:xfrm>
          </p:grpSpPr>
          <p:grpSp>
            <p:nvGrpSpPr>
              <p:cNvPr id="4" name="그룹 3">
                <a:extLst>
                  <a:ext uri="{FF2B5EF4-FFF2-40B4-BE49-F238E27FC236}">
                    <a16:creationId xmlns:a16="http://schemas.microsoft.com/office/drawing/2014/main" id="{5B4D2708-00DF-DDF8-3707-43E58D84465B}"/>
                  </a:ext>
                </a:extLst>
              </p:cNvPr>
              <p:cNvGrpSpPr/>
              <p:nvPr/>
            </p:nvGrpSpPr>
            <p:grpSpPr>
              <a:xfrm>
                <a:off x="469521" y="2674664"/>
                <a:ext cx="2549433" cy="2558866"/>
                <a:chOff x="119124" y="2068992"/>
                <a:chExt cx="3228056" cy="3240000"/>
              </a:xfrm>
            </p:grpSpPr>
            <p:pic>
              <p:nvPicPr>
                <p:cNvPr id="52" name="그래픽 51" descr="심장 박동 단색으로 채워진">
                  <a:extLst>
                    <a:ext uri="{FF2B5EF4-FFF2-40B4-BE49-F238E27FC236}">
                      <a16:creationId xmlns:a16="http://schemas.microsoft.com/office/drawing/2014/main" id="{15123315-F202-79E2-02A4-569CA3BFE28F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>
                  <a:extLst>
                    <a:ext uri="{96DAC541-7B7A-43D3-8B79-37D633B846F1}">
                      <asvg:svgBlip xmlns:asvg="http://schemas.microsoft.com/office/drawing/2016/SVG/main" r:embed="rId2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2187010" y="3674335"/>
                  <a:ext cx="375930" cy="375930"/>
                </a:xfrm>
                <a:prstGeom prst="rect">
                  <a:avLst/>
                </a:prstGeom>
              </p:spPr>
            </p:pic>
            <p:grpSp>
              <p:nvGrpSpPr>
                <p:cNvPr id="53" name="그룹 52">
                  <a:extLst>
                    <a:ext uri="{FF2B5EF4-FFF2-40B4-BE49-F238E27FC236}">
                      <a16:creationId xmlns:a16="http://schemas.microsoft.com/office/drawing/2014/main" id="{E78940C6-C0ED-BB7A-8B86-5F24E96639B6}"/>
                    </a:ext>
                  </a:extLst>
                </p:cNvPr>
                <p:cNvGrpSpPr/>
                <p:nvPr/>
              </p:nvGrpSpPr>
              <p:grpSpPr>
                <a:xfrm>
                  <a:off x="119124" y="2068992"/>
                  <a:ext cx="3228056" cy="3240000"/>
                  <a:chOff x="1147350" y="2177298"/>
                  <a:chExt cx="3228056" cy="3240000"/>
                </a:xfrm>
              </p:grpSpPr>
              <p:sp>
                <p:nvSpPr>
                  <p:cNvPr id="60" name="부분 원형 59">
                    <a:extLst>
                      <a:ext uri="{FF2B5EF4-FFF2-40B4-BE49-F238E27FC236}">
                        <a16:creationId xmlns:a16="http://schemas.microsoft.com/office/drawing/2014/main" id="{56FF1245-C58B-AAB0-8932-738E1535C21B}"/>
                      </a:ext>
                    </a:extLst>
                  </p:cNvPr>
                  <p:cNvSpPr/>
                  <p:nvPr/>
                </p:nvSpPr>
                <p:spPr>
                  <a:xfrm rot="12433936">
                    <a:off x="1147350" y="2177298"/>
                    <a:ext cx="3228056" cy="3240000"/>
                  </a:xfrm>
                  <a:prstGeom prst="pie">
                    <a:avLst>
                      <a:gd name="adj1" fmla="val 406599"/>
                      <a:gd name="adj2" fmla="val 7128648"/>
                    </a:avLst>
                  </a:prstGeom>
                  <a:solidFill>
                    <a:srgbClr val="FFFF99"/>
                  </a:solidFill>
                  <a:ln>
                    <a:solidFill>
                      <a:srgbClr val="FFC000"/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ko-KR" altLang="en-US" dirty="0">
                      <a:solidFill>
                        <a:schemeClr val="tx1"/>
                      </a:solidFill>
                    </a:endParaRPr>
                  </a:p>
                </p:txBody>
              </p:sp>
              <p:sp>
                <p:nvSpPr>
                  <p:cNvPr id="61" name="타원 60">
                    <a:extLst>
                      <a:ext uri="{FF2B5EF4-FFF2-40B4-BE49-F238E27FC236}">
                        <a16:creationId xmlns:a16="http://schemas.microsoft.com/office/drawing/2014/main" id="{224375EF-5AF0-6F2D-71BC-91FD362450A6}"/>
                      </a:ext>
                    </a:extLst>
                  </p:cNvPr>
                  <p:cNvSpPr/>
                  <p:nvPr/>
                </p:nvSpPr>
                <p:spPr>
                  <a:xfrm>
                    <a:off x="2700538" y="3819489"/>
                    <a:ext cx="133624" cy="308832"/>
                  </a:xfrm>
                  <a:prstGeom prst="ellipse">
                    <a:avLst/>
                  </a:prstGeom>
                  <a:solidFill>
                    <a:schemeClr val="accent1">
                      <a:lumMod val="60000"/>
                      <a:lumOff val="40000"/>
                    </a:schemeClr>
                  </a:solidFill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ko-KR" altLang="en-US"/>
                  </a:p>
                </p:txBody>
              </p:sp>
            </p:grpSp>
            <p:sp>
              <p:nvSpPr>
                <p:cNvPr id="54" name="이등변 삼각형 53">
                  <a:extLst>
                    <a:ext uri="{FF2B5EF4-FFF2-40B4-BE49-F238E27FC236}">
                      <a16:creationId xmlns:a16="http://schemas.microsoft.com/office/drawing/2014/main" id="{B6A4B684-CA00-1DD7-3AE9-7ADD69770F67}"/>
                    </a:ext>
                  </a:extLst>
                </p:cNvPr>
                <p:cNvSpPr/>
                <p:nvPr/>
              </p:nvSpPr>
              <p:spPr>
                <a:xfrm>
                  <a:off x="1233633" y="2317229"/>
                  <a:ext cx="133052" cy="233874"/>
                </a:xfrm>
                <a:prstGeom prst="triangle">
                  <a:avLst/>
                </a:prstGeom>
                <a:solidFill>
                  <a:srgbClr val="FF0000"/>
                </a:solidFill>
                <a:ln>
                  <a:solidFill>
                    <a:srgbClr val="C00000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/>
                </a:p>
              </p:txBody>
            </p:sp>
            <p:sp>
              <p:nvSpPr>
                <p:cNvPr id="55" name="이등변 삼각형 54">
                  <a:extLst>
                    <a:ext uri="{FF2B5EF4-FFF2-40B4-BE49-F238E27FC236}">
                      <a16:creationId xmlns:a16="http://schemas.microsoft.com/office/drawing/2014/main" id="{A5723247-63FF-2F59-84F7-A035C6D9ABDE}"/>
                    </a:ext>
                  </a:extLst>
                </p:cNvPr>
                <p:cNvSpPr/>
                <p:nvPr/>
              </p:nvSpPr>
              <p:spPr>
                <a:xfrm>
                  <a:off x="2740743" y="3748662"/>
                  <a:ext cx="133052" cy="233874"/>
                </a:xfrm>
                <a:prstGeom prst="triangle">
                  <a:avLst/>
                </a:prstGeom>
                <a:solidFill>
                  <a:srgbClr val="FF0000"/>
                </a:solidFill>
                <a:ln>
                  <a:solidFill>
                    <a:srgbClr val="C00000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/>
                </a:p>
              </p:txBody>
            </p:sp>
            <p:cxnSp>
              <p:nvCxnSpPr>
                <p:cNvPr id="56" name="직선 화살표 연결선 55">
                  <a:extLst>
                    <a:ext uri="{FF2B5EF4-FFF2-40B4-BE49-F238E27FC236}">
                      <a16:creationId xmlns:a16="http://schemas.microsoft.com/office/drawing/2014/main" id="{49C01BFB-269C-2244-1A83-96F7A8B7EE56}"/>
                    </a:ext>
                  </a:extLst>
                </p:cNvPr>
                <p:cNvCxnSpPr>
                  <a:cxnSpLocks/>
                  <a:endCxn id="61" idx="0"/>
                </p:cNvCxnSpPr>
                <p:nvPr/>
              </p:nvCxnSpPr>
              <p:spPr>
                <a:xfrm>
                  <a:off x="1358900" y="2551103"/>
                  <a:ext cx="380224" cy="1160080"/>
                </a:xfrm>
                <a:prstGeom prst="straightConnector1">
                  <a:avLst/>
                </a:prstGeom>
                <a:ln w="38100">
                  <a:solidFill>
                    <a:srgbClr val="FF0000"/>
                  </a:solidFill>
                  <a:tailEnd type="triangle"/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7" name="직선 화살표 연결선 56">
                  <a:extLst>
                    <a:ext uri="{FF2B5EF4-FFF2-40B4-BE49-F238E27FC236}">
                      <a16:creationId xmlns:a16="http://schemas.microsoft.com/office/drawing/2014/main" id="{B61B2CB6-F827-B089-12F7-228FCFB36468}"/>
                    </a:ext>
                  </a:extLst>
                </p:cNvPr>
                <p:cNvCxnSpPr>
                  <a:cxnSpLocks/>
                  <a:stCxn id="55" idx="1"/>
                  <a:endCxn id="61" idx="6"/>
                </p:cNvCxnSpPr>
                <p:nvPr/>
              </p:nvCxnSpPr>
              <p:spPr>
                <a:xfrm flipH="1">
                  <a:off x="1805936" y="3865599"/>
                  <a:ext cx="968070" cy="0"/>
                </a:xfrm>
                <a:prstGeom prst="straightConnector1">
                  <a:avLst/>
                </a:prstGeom>
                <a:ln w="38100">
                  <a:solidFill>
                    <a:schemeClr val="tx1">
                      <a:lumMod val="50000"/>
                      <a:lumOff val="50000"/>
                    </a:schemeClr>
                  </a:solidFill>
                  <a:tailEnd type="triangle"/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pic>
              <p:nvPicPr>
                <p:cNvPr id="58" name="그래픽 57" descr="심장 박동 단색으로 채워진">
                  <a:extLst>
                    <a:ext uri="{FF2B5EF4-FFF2-40B4-BE49-F238E27FC236}">
                      <a16:creationId xmlns:a16="http://schemas.microsoft.com/office/drawing/2014/main" id="{2B6A6FDA-003C-42BC-6D0E-3BF2AAC51780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>
                  <a:extLst>
                    <a:ext uri="{96DAC541-7B7A-43D3-8B79-37D633B846F1}">
                      <asvg:svgBlip xmlns:asvg="http://schemas.microsoft.com/office/drawing/2016/SVG/main" r:embed="rId3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1324931" y="2823326"/>
                  <a:ext cx="375930" cy="375930"/>
                </a:xfrm>
                <a:prstGeom prst="rect">
                  <a:avLst/>
                </a:prstGeom>
              </p:spPr>
            </p:pic>
            <p:sp>
              <p:nvSpPr>
                <p:cNvPr id="59" name="TextBox 58">
                  <a:extLst>
                    <a:ext uri="{FF2B5EF4-FFF2-40B4-BE49-F238E27FC236}">
                      <a16:creationId xmlns:a16="http://schemas.microsoft.com/office/drawing/2014/main" id="{81383AD4-235D-8074-4027-8F05FCBE2CB2}"/>
                    </a:ext>
                  </a:extLst>
                </p:cNvPr>
                <p:cNvSpPr txBox="1"/>
                <p:nvPr/>
              </p:nvSpPr>
              <p:spPr>
                <a:xfrm>
                  <a:off x="2165624" y="3578464"/>
                  <a:ext cx="653622" cy="633814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altLang="ko-KR" sz="1200" b="1" dirty="0"/>
                    <a:t>X</a:t>
                  </a:r>
                  <a:endParaRPr lang="ko-KR" altLang="en-US" sz="1200" b="1" dirty="0"/>
                </a:p>
              </p:txBody>
            </p:sp>
          </p:grpSp>
          <p:grpSp>
            <p:nvGrpSpPr>
              <p:cNvPr id="5" name="그룹 4">
                <a:extLst>
                  <a:ext uri="{FF2B5EF4-FFF2-40B4-BE49-F238E27FC236}">
                    <a16:creationId xmlns:a16="http://schemas.microsoft.com/office/drawing/2014/main" id="{76C200C7-770D-32B4-AB0F-60E2CE6ACE9F}"/>
                  </a:ext>
                </a:extLst>
              </p:cNvPr>
              <p:cNvGrpSpPr/>
              <p:nvPr/>
            </p:nvGrpSpPr>
            <p:grpSpPr>
              <a:xfrm>
                <a:off x="3463132" y="2674664"/>
                <a:ext cx="2549433" cy="2558866"/>
                <a:chOff x="3347389" y="2068992"/>
                <a:chExt cx="3228056" cy="3240000"/>
              </a:xfrm>
            </p:grpSpPr>
            <p:grpSp>
              <p:nvGrpSpPr>
                <p:cNvPr id="43" name="그룹 42">
                  <a:extLst>
                    <a:ext uri="{FF2B5EF4-FFF2-40B4-BE49-F238E27FC236}">
                      <a16:creationId xmlns:a16="http://schemas.microsoft.com/office/drawing/2014/main" id="{5F196A8D-37C9-99BF-135F-BA7EAF9A1B72}"/>
                    </a:ext>
                  </a:extLst>
                </p:cNvPr>
                <p:cNvGrpSpPr/>
                <p:nvPr/>
              </p:nvGrpSpPr>
              <p:grpSpPr>
                <a:xfrm>
                  <a:off x="3347389" y="2068992"/>
                  <a:ext cx="3228056" cy="3240000"/>
                  <a:chOff x="1147350" y="2177298"/>
                  <a:chExt cx="3228056" cy="3240000"/>
                </a:xfrm>
              </p:grpSpPr>
              <p:sp>
                <p:nvSpPr>
                  <p:cNvPr id="50" name="부분 원형 49">
                    <a:extLst>
                      <a:ext uri="{FF2B5EF4-FFF2-40B4-BE49-F238E27FC236}">
                        <a16:creationId xmlns:a16="http://schemas.microsoft.com/office/drawing/2014/main" id="{7805D65C-0BAC-703D-867E-3244371F044A}"/>
                      </a:ext>
                    </a:extLst>
                  </p:cNvPr>
                  <p:cNvSpPr/>
                  <p:nvPr/>
                </p:nvSpPr>
                <p:spPr>
                  <a:xfrm rot="12433936">
                    <a:off x="1147350" y="2177298"/>
                    <a:ext cx="3228056" cy="3240000"/>
                  </a:xfrm>
                  <a:prstGeom prst="pie">
                    <a:avLst>
                      <a:gd name="adj1" fmla="val 406599"/>
                      <a:gd name="adj2" fmla="val 7128648"/>
                    </a:avLst>
                  </a:prstGeom>
                  <a:solidFill>
                    <a:srgbClr val="FFFF99"/>
                  </a:solidFill>
                  <a:ln>
                    <a:solidFill>
                      <a:srgbClr val="FFC000"/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ko-KR" altLang="en-US">
                      <a:solidFill>
                        <a:schemeClr val="tx1"/>
                      </a:solidFill>
                    </a:endParaRPr>
                  </a:p>
                </p:txBody>
              </p:sp>
              <p:sp>
                <p:nvSpPr>
                  <p:cNvPr id="51" name="타원 50">
                    <a:extLst>
                      <a:ext uri="{FF2B5EF4-FFF2-40B4-BE49-F238E27FC236}">
                        <a16:creationId xmlns:a16="http://schemas.microsoft.com/office/drawing/2014/main" id="{C0BE447D-D09A-7A41-5EC3-DF1F28BC31F1}"/>
                      </a:ext>
                    </a:extLst>
                  </p:cNvPr>
                  <p:cNvSpPr/>
                  <p:nvPr/>
                </p:nvSpPr>
                <p:spPr>
                  <a:xfrm>
                    <a:off x="2700538" y="3819489"/>
                    <a:ext cx="133624" cy="308832"/>
                  </a:xfrm>
                  <a:prstGeom prst="ellipse">
                    <a:avLst/>
                  </a:prstGeom>
                  <a:solidFill>
                    <a:schemeClr val="accent1">
                      <a:lumMod val="60000"/>
                      <a:lumOff val="40000"/>
                    </a:schemeClr>
                  </a:solidFill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ko-KR" altLang="en-US"/>
                  </a:p>
                </p:txBody>
              </p:sp>
            </p:grpSp>
            <p:sp>
              <p:nvSpPr>
                <p:cNvPr id="44" name="이등변 삼각형 43">
                  <a:extLst>
                    <a:ext uri="{FF2B5EF4-FFF2-40B4-BE49-F238E27FC236}">
                      <a16:creationId xmlns:a16="http://schemas.microsoft.com/office/drawing/2014/main" id="{F7A8DCCD-9BA3-6D2B-2473-E7B790C18BFF}"/>
                    </a:ext>
                  </a:extLst>
                </p:cNvPr>
                <p:cNvSpPr/>
                <p:nvPr/>
              </p:nvSpPr>
              <p:spPr>
                <a:xfrm>
                  <a:off x="5363092" y="2912943"/>
                  <a:ext cx="133052" cy="233874"/>
                </a:xfrm>
                <a:prstGeom prst="triangle">
                  <a:avLst/>
                </a:prstGeom>
                <a:solidFill>
                  <a:srgbClr val="FF0000"/>
                </a:solidFill>
                <a:ln>
                  <a:solidFill>
                    <a:srgbClr val="C00000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/>
                </a:p>
              </p:txBody>
            </p:sp>
            <p:sp>
              <p:nvSpPr>
                <p:cNvPr id="45" name="이등변 삼각형 44">
                  <a:extLst>
                    <a:ext uri="{FF2B5EF4-FFF2-40B4-BE49-F238E27FC236}">
                      <a16:creationId xmlns:a16="http://schemas.microsoft.com/office/drawing/2014/main" id="{19A6EF95-8F20-226E-B4B2-A8E0D7789265}"/>
                    </a:ext>
                  </a:extLst>
                </p:cNvPr>
                <p:cNvSpPr/>
                <p:nvPr/>
              </p:nvSpPr>
              <p:spPr>
                <a:xfrm>
                  <a:off x="4262533" y="2401003"/>
                  <a:ext cx="133052" cy="233874"/>
                </a:xfrm>
                <a:prstGeom prst="triangle">
                  <a:avLst/>
                </a:prstGeom>
                <a:solidFill>
                  <a:srgbClr val="FF0000"/>
                </a:solidFill>
                <a:ln>
                  <a:solidFill>
                    <a:srgbClr val="C00000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/>
                </a:p>
              </p:txBody>
            </p:sp>
            <p:cxnSp>
              <p:nvCxnSpPr>
                <p:cNvPr id="46" name="직선 화살표 연결선 45">
                  <a:extLst>
                    <a:ext uri="{FF2B5EF4-FFF2-40B4-BE49-F238E27FC236}">
                      <a16:creationId xmlns:a16="http://schemas.microsoft.com/office/drawing/2014/main" id="{FBD0CD5C-8AA1-6988-D062-743D97E654ED}"/>
                    </a:ext>
                  </a:extLst>
                </p:cNvPr>
                <p:cNvCxnSpPr>
                  <a:cxnSpLocks/>
                  <a:stCxn id="45" idx="4"/>
                  <a:endCxn id="51" idx="1"/>
                </p:cNvCxnSpPr>
                <p:nvPr/>
              </p:nvCxnSpPr>
              <p:spPr>
                <a:xfrm>
                  <a:off x="4395585" y="2634877"/>
                  <a:ext cx="524561" cy="1121533"/>
                </a:xfrm>
                <a:prstGeom prst="straightConnector1">
                  <a:avLst/>
                </a:prstGeom>
                <a:ln w="38100">
                  <a:solidFill>
                    <a:srgbClr val="FF0000"/>
                  </a:solidFill>
                  <a:tailEnd type="triangle"/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7" name="직선 화살표 연결선 46">
                  <a:extLst>
                    <a:ext uri="{FF2B5EF4-FFF2-40B4-BE49-F238E27FC236}">
                      <a16:creationId xmlns:a16="http://schemas.microsoft.com/office/drawing/2014/main" id="{30631132-0A63-CCB0-C89B-8182B0E13CB6}"/>
                    </a:ext>
                  </a:extLst>
                </p:cNvPr>
                <p:cNvCxnSpPr>
                  <a:cxnSpLocks/>
                  <a:stCxn id="44" idx="2"/>
                  <a:endCxn id="51" idx="7"/>
                </p:cNvCxnSpPr>
                <p:nvPr/>
              </p:nvCxnSpPr>
              <p:spPr>
                <a:xfrm flipH="1">
                  <a:off x="5014632" y="3146817"/>
                  <a:ext cx="348460" cy="609593"/>
                </a:xfrm>
                <a:prstGeom prst="straightConnector1">
                  <a:avLst/>
                </a:prstGeom>
                <a:ln w="76200">
                  <a:solidFill>
                    <a:srgbClr val="FF0000"/>
                  </a:solidFill>
                  <a:tailEnd type="triangle"/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pic>
              <p:nvPicPr>
                <p:cNvPr id="48" name="그래픽 47" descr="심장 박동 단색으로 채워진">
                  <a:extLst>
                    <a:ext uri="{FF2B5EF4-FFF2-40B4-BE49-F238E27FC236}">
                      <a16:creationId xmlns:a16="http://schemas.microsoft.com/office/drawing/2014/main" id="{EE1A91B3-4754-5A37-A866-C17375FD7563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>
                  <a:extLst>
                    <a:ext uri="{96DAC541-7B7A-43D3-8B79-37D633B846F1}">
                      <asvg:svgBlip xmlns:asvg="http://schemas.microsoft.com/office/drawing/2016/SVG/main" r:embed="rId3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4496415" y="3025210"/>
                  <a:ext cx="243214" cy="243214"/>
                </a:xfrm>
                <a:prstGeom prst="rect">
                  <a:avLst/>
                </a:prstGeom>
              </p:spPr>
            </p:pic>
            <p:pic>
              <p:nvPicPr>
                <p:cNvPr id="49" name="그래픽 48" descr="심장 박동 단색으로 채워진">
                  <a:extLst>
                    <a:ext uri="{FF2B5EF4-FFF2-40B4-BE49-F238E27FC236}">
                      <a16:creationId xmlns:a16="http://schemas.microsoft.com/office/drawing/2014/main" id="{B9F7ECC5-7A82-999A-0BF9-D772F182FE27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>
                  <a:extLst>
                    <a:ext uri="{96DAC541-7B7A-43D3-8B79-37D633B846F1}">
                      <asvg:svgBlip xmlns:asvg="http://schemas.microsoft.com/office/drawing/2016/SVG/main" r:embed="rId3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5002694" y="3146817"/>
                  <a:ext cx="466686" cy="466686"/>
                </a:xfrm>
                <a:prstGeom prst="rect">
                  <a:avLst/>
                </a:prstGeom>
              </p:spPr>
            </p:pic>
          </p:grpSp>
          <p:grpSp>
            <p:nvGrpSpPr>
              <p:cNvPr id="6" name="그룹 5">
                <a:extLst>
                  <a:ext uri="{FF2B5EF4-FFF2-40B4-BE49-F238E27FC236}">
                    <a16:creationId xmlns:a16="http://schemas.microsoft.com/office/drawing/2014/main" id="{E0987A62-4E0C-2AAE-0387-555D69D604DE}"/>
                  </a:ext>
                </a:extLst>
              </p:cNvPr>
              <p:cNvGrpSpPr/>
              <p:nvPr/>
            </p:nvGrpSpPr>
            <p:grpSpPr>
              <a:xfrm>
                <a:off x="9450354" y="2327694"/>
                <a:ext cx="2549433" cy="3252807"/>
                <a:chOff x="6261904" y="2068992"/>
                <a:chExt cx="3228056" cy="4118658"/>
              </a:xfrm>
            </p:grpSpPr>
            <p:grpSp>
              <p:nvGrpSpPr>
                <p:cNvPr id="30" name="그룹 29">
                  <a:extLst>
                    <a:ext uri="{FF2B5EF4-FFF2-40B4-BE49-F238E27FC236}">
                      <a16:creationId xmlns:a16="http://schemas.microsoft.com/office/drawing/2014/main" id="{522B6518-4EE8-A1FE-F6DE-365A02EE22A3}"/>
                    </a:ext>
                  </a:extLst>
                </p:cNvPr>
                <p:cNvGrpSpPr/>
                <p:nvPr/>
              </p:nvGrpSpPr>
              <p:grpSpPr>
                <a:xfrm>
                  <a:off x="6261904" y="2068992"/>
                  <a:ext cx="3228056" cy="4118658"/>
                  <a:chOff x="1147350" y="2177298"/>
                  <a:chExt cx="3228056" cy="4118658"/>
                </a:xfrm>
              </p:grpSpPr>
              <p:sp>
                <p:nvSpPr>
                  <p:cNvPr id="39" name="부분 원형 38">
                    <a:extLst>
                      <a:ext uri="{FF2B5EF4-FFF2-40B4-BE49-F238E27FC236}">
                        <a16:creationId xmlns:a16="http://schemas.microsoft.com/office/drawing/2014/main" id="{5350DF2B-71D8-3C05-C87E-9A463BBF2BC1}"/>
                      </a:ext>
                    </a:extLst>
                  </p:cNvPr>
                  <p:cNvSpPr/>
                  <p:nvPr/>
                </p:nvSpPr>
                <p:spPr>
                  <a:xfrm rot="12433936">
                    <a:off x="1147350" y="2177298"/>
                    <a:ext cx="3228056" cy="3240000"/>
                  </a:xfrm>
                  <a:prstGeom prst="pie">
                    <a:avLst>
                      <a:gd name="adj1" fmla="val 406599"/>
                      <a:gd name="adj2" fmla="val 7128648"/>
                    </a:avLst>
                  </a:prstGeom>
                  <a:solidFill>
                    <a:srgbClr val="FFFF99"/>
                  </a:solidFill>
                  <a:ln>
                    <a:solidFill>
                      <a:srgbClr val="FFC000"/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ko-KR" altLang="en-US">
                      <a:solidFill>
                        <a:schemeClr val="tx1"/>
                      </a:solidFill>
                    </a:endParaRPr>
                  </a:p>
                </p:txBody>
              </p:sp>
              <p:sp>
                <p:nvSpPr>
                  <p:cNvPr id="40" name="타원 39">
                    <a:extLst>
                      <a:ext uri="{FF2B5EF4-FFF2-40B4-BE49-F238E27FC236}">
                        <a16:creationId xmlns:a16="http://schemas.microsoft.com/office/drawing/2014/main" id="{77D2E1D5-A789-7CA1-AE7D-0AC7567096C1}"/>
                      </a:ext>
                    </a:extLst>
                  </p:cNvPr>
                  <p:cNvSpPr/>
                  <p:nvPr/>
                </p:nvSpPr>
                <p:spPr>
                  <a:xfrm>
                    <a:off x="2700538" y="3819489"/>
                    <a:ext cx="133624" cy="308832"/>
                  </a:xfrm>
                  <a:prstGeom prst="ellipse">
                    <a:avLst/>
                  </a:prstGeom>
                  <a:solidFill>
                    <a:schemeClr val="accent1">
                      <a:lumMod val="60000"/>
                      <a:lumOff val="40000"/>
                    </a:schemeClr>
                  </a:solidFill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ko-KR" altLang="en-US"/>
                  </a:p>
                </p:txBody>
              </p:sp>
              <p:sp>
                <p:nvSpPr>
                  <p:cNvPr id="41" name="부분 원형 40">
                    <a:extLst>
                      <a:ext uri="{FF2B5EF4-FFF2-40B4-BE49-F238E27FC236}">
                        <a16:creationId xmlns:a16="http://schemas.microsoft.com/office/drawing/2014/main" id="{1E73354F-1902-CDBE-6AAC-B4662003CA63}"/>
                      </a:ext>
                    </a:extLst>
                  </p:cNvPr>
                  <p:cNvSpPr/>
                  <p:nvPr/>
                </p:nvSpPr>
                <p:spPr>
                  <a:xfrm rot="9166064" flipV="1">
                    <a:off x="1147350" y="3055956"/>
                    <a:ext cx="3228056" cy="3240000"/>
                  </a:xfrm>
                  <a:prstGeom prst="pie">
                    <a:avLst>
                      <a:gd name="adj1" fmla="val 426830"/>
                      <a:gd name="adj2" fmla="val 7128648"/>
                    </a:avLst>
                  </a:prstGeom>
                  <a:solidFill>
                    <a:srgbClr val="FFFF99"/>
                  </a:solidFill>
                  <a:ln>
                    <a:solidFill>
                      <a:srgbClr val="FFC000"/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ko-KR" altLang="en-US" dirty="0">
                      <a:solidFill>
                        <a:schemeClr val="tx1"/>
                      </a:solidFill>
                    </a:endParaRPr>
                  </a:p>
                </p:txBody>
              </p:sp>
              <p:sp>
                <p:nvSpPr>
                  <p:cNvPr id="42" name="타원 41">
                    <a:extLst>
                      <a:ext uri="{FF2B5EF4-FFF2-40B4-BE49-F238E27FC236}">
                        <a16:creationId xmlns:a16="http://schemas.microsoft.com/office/drawing/2014/main" id="{25887107-4369-5BD0-1FA9-92D52DD67C05}"/>
                      </a:ext>
                    </a:extLst>
                  </p:cNvPr>
                  <p:cNvSpPr/>
                  <p:nvPr/>
                </p:nvSpPr>
                <p:spPr>
                  <a:xfrm>
                    <a:off x="2700538" y="4367124"/>
                    <a:ext cx="133624" cy="308832"/>
                  </a:xfrm>
                  <a:prstGeom prst="ellipse">
                    <a:avLst/>
                  </a:prstGeom>
                  <a:solidFill>
                    <a:schemeClr val="accent6"/>
                  </a:solidFill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ko-KR" altLang="en-US" dirty="0"/>
                  </a:p>
                </p:txBody>
              </p:sp>
            </p:grpSp>
            <p:sp>
              <p:nvSpPr>
                <p:cNvPr id="31" name="이등변 삼각형 30">
                  <a:extLst>
                    <a:ext uri="{FF2B5EF4-FFF2-40B4-BE49-F238E27FC236}">
                      <a16:creationId xmlns:a16="http://schemas.microsoft.com/office/drawing/2014/main" id="{D4BFF708-287E-6555-3127-F789B204AF5C}"/>
                    </a:ext>
                  </a:extLst>
                </p:cNvPr>
                <p:cNvSpPr/>
                <p:nvPr/>
              </p:nvSpPr>
              <p:spPr>
                <a:xfrm>
                  <a:off x="7376413" y="5231086"/>
                  <a:ext cx="133052" cy="233874"/>
                </a:xfrm>
                <a:prstGeom prst="triangle">
                  <a:avLst/>
                </a:prstGeom>
                <a:solidFill>
                  <a:srgbClr val="FF0000"/>
                </a:solidFill>
                <a:ln>
                  <a:solidFill>
                    <a:srgbClr val="C00000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/>
                </a:p>
              </p:txBody>
            </p:sp>
            <p:cxnSp>
              <p:nvCxnSpPr>
                <p:cNvPr id="32" name="직선 화살표 연결선 31">
                  <a:extLst>
                    <a:ext uri="{FF2B5EF4-FFF2-40B4-BE49-F238E27FC236}">
                      <a16:creationId xmlns:a16="http://schemas.microsoft.com/office/drawing/2014/main" id="{2654A824-4F83-E1FF-F241-360D8FF9F985}"/>
                    </a:ext>
                  </a:extLst>
                </p:cNvPr>
                <p:cNvCxnSpPr>
                  <a:cxnSpLocks/>
                  <a:stCxn id="31" idx="5"/>
                  <a:endCxn id="42" idx="4"/>
                </p:cNvCxnSpPr>
                <p:nvPr/>
              </p:nvCxnSpPr>
              <p:spPr>
                <a:xfrm flipV="1">
                  <a:off x="7476202" y="4567650"/>
                  <a:ext cx="405702" cy="780373"/>
                </a:xfrm>
                <a:prstGeom prst="straightConnector1">
                  <a:avLst/>
                </a:prstGeom>
                <a:ln w="28575">
                  <a:solidFill>
                    <a:srgbClr val="FF0000"/>
                  </a:solidFill>
                  <a:headEnd type="none"/>
                  <a:tailEnd type="triangle"/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33" name="이등변 삼각형 32">
                  <a:extLst>
                    <a:ext uri="{FF2B5EF4-FFF2-40B4-BE49-F238E27FC236}">
                      <a16:creationId xmlns:a16="http://schemas.microsoft.com/office/drawing/2014/main" id="{81309753-1FC2-FAE3-25BD-8F4360881DC4}"/>
                    </a:ext>
                  </a:extLst>
                </p:cNvPr>
                <p:cNvSpPr/>
                <p:nvPr/>
              </p:nvSpPr>
              <p:spPr>
                <a:xfrm>
                  <a:off x="8288331" y="2718178"/>
                  <a:ext cx="133052" cy="233874"/>
                </a:xfrm>
                <a:prstGeom prst="triangle">
                  <a:avLst/>
                </a:prstGeom>
                <a:solidFill>
                  <a:srgbClr val="FF0000"/>
                </a:solidFill>
                <a:ln>
                  <a:solidFill>
                    <a:srgbClr val="C00000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/>
                </a:p>
              </p:txBody>
            </p:sp>
            <p:cxnSp>
              <p:nvCxnSpPr>
                <p:cNvPr id="34" name="직선 화살표 연결선 33">
                  <a:extLst>
                    <a:ext uri="{FF2B5EF4-FFF2-40B4-BE49-F238E27FC236}">
                      <a16:creationId xmlns:a16="http://schemas.microsoft.com/office/drawing/2014/main" id="{6E75577F-0E67-FE83-60BF-88FEAAEF34F5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7875932" y="2952477"/>
                  <a:ext cx="405702" cy="780373"/>
                </a:xfrm>
                <a:prstGeom prst="straightConnector1">
                  <a:avLst/>
                </a:prstGeom>
                <a:ln w="38100">
                  <a:solidFill>
                    <a:srgbClr val="FF0000"/>
                  </a:solidFill>
                  <a:headEnd type="triangle"/>
                  <a:tailEnd type="none"/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pic>
              <p:nvPicPr>
                <p:cNvPr id="35" name="그래픽 34" descr="심장 박동 단색으로 채워진">
                  <a:extLst>
                    <a:ext uri="{FF2B5EF4-FFF2-40B4-BE49-F238E27FC236}">
                      <a16:creationId xmlns:a16="http://schemas.microsoft.com/office/drawing/2014/main" id="{A75DF2C6-A0C6-FB84-86A5-BAC2D4E403C6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>
                  <a:extLst>
                    <a:ext uri="{96DAC541-7B7A-43D3-8B79-37D633B846F1}">
                      <asvg:svgBlip xmlns:asvg="http://schemas.microsoft.com/office/drawing/2016/SVG/main" r:embed="rId3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7883579" y="3069414"/>
                  <a:ext cx="466686" cy="466686"/>
                </a:xfrm>
                <a:prstGeom prst="rect">
                  <a:avLst/>
                </a:prstGeom>
              </p:spPr>
            </p:pic>
            <p:grpSp>
              <p:nvGrpSpPr>
                <p:cNvPr id="36" name="그룹 35">
                  <a:extLst>
                    <a:ext uri="{FF2B5EF4-FFF2-40B4-BE49-F238E27FC236}">
                      <a16:creationId xmlns:a16="http://schemas.microsoft.com/office/drawing/2014/main" id="{0F037BE1-CE86-CFA7-B10E-1296A1F2BFEC}"/>
                    </a:ext>
                  </a:extLst>
                </p:cNvPr>
                <p:cNvGrpSpPr/>
                <p:nvPr/>
              </p:nvGrpSpPr>
              <p:grpSpPr>
                <a:xfrm>
                  <a:off x="7450517" y="4732113"/>
                  <a:ext cx="466685" cy="466686"/>
                  <a:chOff x="7450517" y="4732113"/>
                  <a:chExt cx="466685" cy="466686"/>
                </a:xfrm>
              </p:grpSpPr>
              <p:pic>
                <p:nvPicPr>
                  <p:cNvPr id="37" name="그래픽 36" descr="심장 박동 단색으로 채워진">
                    <a:extLst>
                      <a:ext uri="{FF2B5EF4-FFF2-40B4-BE49-F238E27FC236}">
                        <a16:creationId xmlns:a16="http://schemas.microsoft.com/office/drawing/2014/main" id="{3690A59B-6214-94A2-F79F-D6FA0DD1E0AD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>
                  <a:blip>
                    <a:extLst>
                      <a:ext uri="{96DAC541-7B7A-43D3-8B79-37D633B846F1}">
                        <asvg:svgBlip xmlns:asvg="http://schemas.microsoft.com/office/drawing/2016/SVG/main" r:embed="rId3"/>
                      </a:ext>
                    </a:extLst>
                  </a:blip>
                  <a:srcRect r="50077"/>
                  <a:stretch>
                    <a:fillRect/>
                  </a:stretch>
                </p:blipFill>
                <p:spPr>
                  <a:xfrm>
                    <a:off x="7450517" y="4732113"/>
                    <a:ext cx="232983" cy="466686"/>
                  </a:xfrm>
                  <a:prstGeom prst="rect">
                    <a:avLst/>
                  </a:prstGeom>
                </p:spPr>
              </p:pic>
              <p:pic>
                <p:nvPicPr>
                  <p:cNvPr id="38" name="그래픽 37" descr="심장 박동 단색으로 채워진">
                    <a:extLst>
                      <a:ext uri="{FF2B5EF4-FFF2-40B4-BE49-F238E27FC236}">
                        <a16:creationId xmlns:a16="http://schemas.microsoft.com/office/drawing/2014/main" id="{65E2B307-2E26-BC44-9200-CC7D4BD23593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>
                  <a:blip>
                    <a:extLst>
                      <a:ext uri="{96DAC541-7B7A-43D3-8B79-37D633B846F1}">
                        <asvg:svgBlip xmlns:asvg="http://schemas.microsoft.com/office/drawing/2016/SVG/main" r:embed="rId2"/>
                      </a:ext>
                    </a:extLst>
                  </a:blip>
                  <a:srcRect l="49922" r="1"/>
                  <a:stretch>
                    <a:fillRect/>
                  </a:stretch>
                </p:blipFill>
                <p:spPr>
                  <a:xfrm>
                    <a:off x="7683499" y="4732113"/>
                    <a:ext cx="233703" cy="466686"/>
                  </a:xfrm>
                  <a:prstGeom prst="rect">
                    <a:avLst/>
                  </a:prstGeom>
                </p:spPr>
              </p:pic>
            </p:grpSp>
          </p:grpSp>
          <p:grpSp>
            <p:nvGrpSpPr>
              <p:cNvPr id="7" name="그룹 6">
                <a:extLst>
                  <a:ext uri="{FF2B5EF4-FFF2-40B4-BE49-F238E27FC236}">
                    <a16:creationId xmlns:a16="http://schemas.microsoft.com/office/drawing/2014/main" id="{631B530D-E2F5-037C-AAC9-C92976932F49}"/>
                  </a:ext>
                </a:extLst>
              </p:cNvPr>
              <p:cNvGrpSpPr/>
              <p:nvPr/>
            </p:nvGrpSpPr>
            <p:grpSpPr>
              <a:xfrm>
                <a:off x="6457435" y="2674664"/>
                <a:ext cx="2549433" cy="2558866"/>
                <a:chOff x="9084634" y="2068992"/>
                <a:chExt cx="3228056" cy="3240000"/>
              </a:xfrm>
            </p:grpSpPr>
            <p:grpSp>
              <p:nvGrpSpPr>
                <p:cNvPr id="12" name="그룹 11">
                  <a:extLst>
                    <a:ext uri="{FF2B5EF4-FFF2-40B4-BE49-F238E27FC236}">
                      <a16:creationId xmlns:a16="http://schemas.microsoft.com/office/drawing/2014/main" id="{25C0130B-9FAD-4D3C-C44C-6C61B7044AC1}"/>
                    </a:ext>
                  </a:extLst>
                </p:cNvPr>
                <p:cNvGrpSpPr/>
                <p:nvPr/>
              </p:nvGrpSpPr>
              <p:grpSpPr>
                <a:xfrm>
                  <a:off x="9084634" y="2068992"/>
                  <a:ext cx="3228056" cy="3240000"/>
                  <a:chOff x="1147350" y="2177298"/>
                  <a:chExt cx="3228056" cy="3240000"/>
                </a:xfrm>
              </p:grpSpPr>
              <p:sp>
                <p:nvSpPr>
                  <p:cNvPr id="28" name="부분 원형 27">
                    <a:extLst>
                      <a:ext uri="{FF2B5EF4-FFF2-40B4-BE49-F238E27FC236}">
                        <a16:creationId xmlns:a16="http://schemas.microsoft.com/office/drawing/2014/main" id="{1782AC37-98C6-AAFF-959A-C017B87161CB}"/>
                      </a:ext>
                    </a:extLst>
                  </p:cNvPr>
                  <p:cNvSpPr/>
                  <p:nvPr/>
                </p:nvSpPr>
                <p:spPr>
                  <a:xfrm rot="12433936">
                    <a:off x="1147350" y="2177298"/>
                    <a:ext cx="3228056" cy="3240000"/>
                  </a:xfrm>
                  <a:prstGeom prst="pie">
                    <a:avLst>
                      <a:gd name="adj1" fmla="val 406599"/>
                      <a:gd name="adj2" fmla="val 7128648"/>
                    </a:avLst>
                  </a:prstGeom>
                  <a:solidFill>
                    <a:srgbClr val="FFFF99"/>
                  </a:solidFill>
                  <a:ln>
                    <a:solidFill>
                      <a:srgbClr val="FFC000"/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ko-KR" altLang="en-US">
                      <a:solidFill>
                        <a:schemeClr val="tx1"/>
                      </a:solidFill>
                    </a:endParaRPr>
                  </a:p>
                </p:txBody>
              </p:sp>
              <p:sp>
                <p:nvSpPr>
                  <p:cNvPr id="29" name="타원 28">
                    <a:extLst>
                      <a:ext uri="{FF2B5EF4-FFF2-40B4-BE49-F238E27FC236}">
                        <a16:creationId xmlns:a16="http://schemas.microsoft.com/office/drawing/2014/main" id="{4BFF5445-241E-8B8F-18B8-FC13BB49F80F}"/>
                      </a:ext>
                    </a:extLst>
                  </p:cNvPr>
                  <p:cNvSpPr/>
                  <p:nvPr/>
                </p:nvSpPr>
                <p:spPr>
                  <a:xfrm>
                    <a:off x="2700538" y="3819489"/>
                    <a:ext cx="133624" cy="308832"/>
                  </a:xfrm>
                  <a:prstGeom prst="ellipse">
                    <a:avLst/>
                  </a:prstGeom>
                  <a:solidFill>
                    <a:schemeClr val="accent1">
                      <a:lumMod val="60000"/>
                      <a:lumOff val="40000"/>
                    </a:schemeClr>
                  </a:solidFill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ko-KR" altLang="en-US"/>
                  </a:p>
                </p:txBody>
              </p:sp>
            </p:grpSp>
            <p:sp>
              <p:nvSpPr>
                <p:cNvPr id="13" name="이등변 삼각형 12">
                  <a:extLst>
                    <a:ext uri="{FF2B5EF4-FFF2-40B4-BE49-F238E27FC236}">
                      <a16:creationId xmlns:a16="http://schemas.microsoft.com/office/drawing/2014/main" id="{6B217746-0591-1EB7-159F-74538E38BD57}"/>
                    </a:ext>
                  </a:extLst>
                </p:cNvPr>
                <p:cNvSpPr/>
                <p:nvPr/>
              </p:nvSpPr>
              <p:spPr>
                <a:xfrm>
                  <a:off x="11225161" y="2835539"/>
                  <a:ext cx="133052" cy="233874"/>
                </a:xfrm>
                <a:prstGeom prst="triangle">
                  <a:avLst/>
                </a:prstGeom>
                <a:solidFill>
                  <a:srgbClr val="FF0000">
                    <a:alpha val="50000"/>
                  </a:srgbClr>
                </a:solidFill>
                <a:ln>
                  <a:solidFill>
                    <a:srgbClr val="C00000">
                      <a:alpha val="50000"/>
                    </a:srgbClr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/>
                </a:p>
              </p:txBody>
            </p:sp>
            <p:sp>
              <p:nvSpPr>
                <p:cNvPr id="14" name="이등변 삼각형 13">
                  <a:extLst>
                    <a:ext uri="{FF2B5EF4-FFF2-40B4-BE49-F238E27FC236}">
                      <a16:creationId xmlns:a16="http://schemas.microsoft.com/office/drawing/2014/main" id="{87B3ECA1-123C-476B-A1A6-5A594C684895}"/>
                    </a:ext>
                  </a:extLst>
                </p:cNvPr>
                <p:cNvSpPr/>
                <p:nvPr/>
              </p:nvSpPr>
              <p:spPr>
                <a:xfrm>
                  <a:off x="10144102" y="2263084"/>
                  <a:ext cx="133052" cy="233874"/>
                </a:xfrm>
                <a:prstGeom prst="triangle">
                  <a:avLst/>
                </a:prstGeom>
                <a:solidFill>
                  <a:srgbClr val="FF0000">
                    <a:alpha val="50000"/>
                  </a:srgbClr>
                </a:solidFill>
                <a:ln>
                  <a:solidFill>
                    <a:srgbClr val="C00000">
                      <a:alpha val="50000"/>
                    </a:srgbClr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/>
                </a:p>
              </p:txBody>
            </p:sp>
            <p:sp>
              <p:nvSpPr>
                <p:cNvPr id="15" name="이등변 삼각형 14">
                  <a:extLst>
                    <a:ext uri="{FF2B5EF4-FFF2-40B4-BE49-F238E27FC236}">
                      <a16:creationId xmlns:a16="http://schemas.microsoft.com/office/drawing/2014/main" id="{45C987DD-822F-E560-F0BC-05ECF61B9C61}"/>
                    </a:ext>
                  </a:extLst>
                </p:cNvPr>
                <p:cNvSpPr/>
                <p:nvPr/>
              </p:nvSpPr>
              <p:spPr>
                <a:xfrm>
                  <a:off x="10156381" y="2835539"/>
                  <a:ext cx="133052" cy="233874"/>
                </a:xfrm>
                <a:prstGeom prst="triangle">
                  <a:avLst/>
                </a:prstGeom>
                <a:solidFill>
                  <a:srgbClr val="FF0000"/>
                </a:solidFill>
                <a:ln>
                  <a:solidFill>
                    <a:srgbClr val="C00000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/>
                </a:p>
              </p:txBody>
            </p:sp>
            <p:sp>
              <p:nvSpPr>
                <p:cNvPr id="16" name="이등변 삼각형 15">
                  <a:extLst>
                    <a:ext uri="{FF2B5EF4-FFF2-40B4-BE49-F238E27FC236}">
                      <a16:creationId xmlns:a16="http://schemas.microsoft.com/office/drawing/2014/main" id="{862E1B21-F7C0-56A5-CEEA-64A4218FDBCC}"/>
                    </a:ext>
                  </a:extLst>
                </p:cNvPr>
                <p:cNvSpPr/>
                <p:nvPr/>
              </p:nvSpPr>
              <p:spPr>
                <a:xfrm>
                  <a:off x="11229427" y="2261277"/>
                  <a:ext cx="133052" cy="233874"/>
                </a:xfrm>
                <a:prstGeom prst="triangle">
                  <a:avLst/>
                </a:prstGeom>
                <a:solidFill>
                  <a:srgbClr val="FF0000"/>
                </a:solidFill>
                <a:ln>
                  <a:solidFill>
                    <a:srgbClr val="C00000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/>
                </a:p>
              </p:txBody>
            </p:sp>
            <p:cxnSp>
              <p:nvCxnSpPr>
                <p:cNvPr id="17" name="직선 화살표 연결선 16">
                  <a:extLst>
                    <a:ext uri="{FF2B5EF4-FFF2-40B4-BE49-F238E27FC236}">
                      <a16:creationId xmlns:a16="http://schemas.microsoft.com/office/drawing/2014/main" id="{94975321-925C-FB4F-6CA7-137EA177A810}"/>
                    </a:ext>
                  </a:extLst>
                </p:cNvPr>
                <p:cNvCxnSpPr>
                  <a:cxnSpLocks/>
                  <a:endCxn id="15" idx="0"/>
                </p:cNvCxnSpPr>
                <p:nvPr/>
              </p:nvCxnSpPr>
              <p:spPr>
                <a:xfrm>
                  <a:off x="10208523" y="2495151"/>
                  <a:ext cx="14385" cy="340389"/>
                </a:xfrm>
                <a:prstGeom prst="straightConnector1">
                  <a:avLst/>
                </a:prstGeom>
                <a:ln w="28575">
                  <a:tailEnd type="triangle"/>
                </a:ln>
              </p:spPr>
              <p:style>
                <a:lnRef idx="2">
                  <a:schemeClr val="dk1"/>
                </a:lnRef>
                <a:fillRef idx="0">
                  <a:schemeClr val="dk1"/>
                </a:fillRef>
                <a:effectRef idx="1">
                  <a:schemeClr val="dk1"/>
                </a:effectRef>
                <a:fontRef idx="minor">
                  <a:schemeClr val="tx1"/>
                </a:fontRef>
              </p:style>
            </p:cxnSp>
            <p:cxnSp>
              <p:nvCxnSpPr>
                <p:cNvPr id="18" name="직선 화살표 연결선 17">
                  <a:extLst>
                    <a:ext uri="{FF2B5EF4-FFF2-40B4-BE49-F238E27FC236}">
                      <a16:creationId xmlns:a16="http://schemas.microsoft.com/office/drawing/2014/main" id="{FF299019-B820-C281-A71A-17A494BB6A60}"/>
                    </a:ext>
                  </a:extLst>
                </p:cNvPr>
                <p:cNvCxnSpPr>
                  <a:cxnSpLocks/>
                  <a:stCxn id="13" idx="0"/>
                </p:cNvCxnSpPr>
                <p:nvPr/>
              </p:nvCxnSpPr>
              <p:spPr>
                <a:xfrm flipH="1" flipV="1">
                  <a:off x="11290267" y="2495151"/>
                  <a:ext cx="1420" cy="340389"/>
                </a:xfrm>
                <a:prstGeom prst="straightConnector1">
                  <a:avLst/>
                </a:prstGeom>
                <a:ln w="28575">
                  <a:tailEnd type="triangle"/>
                </a:ln>
              </p:spPr>
              <p:style>
                <a:lnRef idx="2">
                  <a:schemeClr val="dk1"/>
                </a:lnRef>
                <a:fillRef idx="0">
                  <a:schemeClr val="dk1"/>
                </a:fillRef>
                <a:effectRef idx="1">
                  <a:schemeClr val="dk1"/>
                </a:effectRef>
                <a:fontRef idx="minor">
                  <a:schemeClr val="tx1"/>
                </a:fontRef>
              </p:style>
            </p:cxnSp>
            <p:cxnSp>
              <p:nvCxnSpPr>
                <p:cNvPr id="19" name="직선 화살표 연결선 18">
                  <a:extLst>
                    <a:ext uri="{FF2B5EF4-FFF2-40B4-BE49-F238E27FC236}">
                      <a16:creationId xmlns:a16="http://schemas.microsoft.com/office/drawing/2014/main" id="{486BFD43-8B5D-8660-E222-1F26AC69B6C9}"/>
                    </a:ext>
                  </a:extLst>
                </p:cNvPr>
                <p:cNvCxnSpPr>
                  <a:cxnSpLocks/>
                  <a:stCxn id="29" idx="1"/>
                  <a:endCxn id="15" idx="3"/>
                </p:cNvCxnSpPr>
                <p:nvPr/>
              </p:nvCxnSpPr>
              <p:spPr>
                <a:xfrm flipH="1" flipV="1">
                  <a:off x="10222907" y="3069413"/>
                  <a:ext cx="434484" cy="686999"/>
                </a:xfrm>
                <a:prstGeom prst="straightConnector1">
                  <a:avLst/>
                </a:prstGeom>
                <a:ln w="38100">
                  <a:solidFill>
                    <a:srgbClr val="FF0000"/>
                  </a:solidFill>
                  <a:headEnd type="triangle"/>
                  <a:tailEnd type="none"/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0" name="직선 화살표 연결선 19">
                  <a:extLst>
                    <a:ext uri="{FF2B5EF4-FFF2-40B4-BE49-F238E27FC236}">
                      <a16:creationId xmlns:a16="http://schemas.microsoft.com/office/drawing/2014/main" id="{CFF16AC9-7C5B-7CDE-4CA0-DB0F0E021FF6}"/>
                    </a:ext>
                  </a:extLst>
                </p:cNvPr>
                <p:cNvCxnSpPr>
                  <a:cxnSpLocks/>
                  <a:stCxn id="29" idx="7"/>
                </p:cNvCxnSpPr>
                <p:nvPr/>
              </p:nvCxnSpPr>
              <p:spPr>
                <a:xfrm flipV="1">
                  <a:off x="10751878" y="2748031"/>
                  <a:ext cx="381988" cy="1008381"/>
                </a:xfrm>
                <a:prstGeom prst="straightConnector1">
                  <a:avLst/>
                </a:prstGeom>
                <a:ln w="38100">
                  <a:solidFill>
                    <a:srgbClr val="00B0F0"/>
                  </a:solidFill>
                  <a:headEnd type="triangle"/>
                  <a:tailEnd type="none"/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grpSp>
              <p:nvGrpSpPr>
                <p:cNvPr id="21" name="그룹 20">
                  <a:extLst>
                    <a:ext uri="{FF2B5EF4-FFF2-40B4-BE49-F238E27FC236}">
                      <a16:creationId xmlns:a16="http://schemas.microsoft.com/office/drawing/2014/main" id="{F696BFFD-0464-7B5F-E9C2-CC6C06B433DB}"/>
                    </a:ext>
                  </a:extLst>
                </p:cNvPr>
                <p:cNvGrpSpPr/>
                <p:nvPr/>
              </p:nvGrpSpPr>
              <p:grpSpPr>
                <a:xfrm>
                  <a:off x="10182595" y="3087179"/>
                  <a:ext cx="466686" cy="466686"/>
                  <a:chOff x="10182595" y="3087179"/>
                  <a:chExt cx="466686" cy="466686"/>
                </a:xfrm>
              </p:grpSpPr>
              <p:pic>
                <p:nvPicPr>
                  <p:cNvPr id="26" name="그래픽 25" descr="심장 박동 단색으로 채워진">
                    <a:extLst>
                      <a:ext uri="{FF2B5EF4-FFF2-40B4-BE49-F238E27FC236}">
                        <a16:creationId xmlns:a16="http://schemas.microsoft.com/office/drawing/2014/main" id="{FD89C8F2-35EF-5024-200C-91D0EC7A6114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>
                  <a:blip>
                    <a:extLst>
                      <a:ext uri="{96DAC541-7B7A-43D3-8B79-37D633B846F1}">
                        <asvg:svgBlip xmlns:asvg="http://schemas.microsoft.com/office/drawing/2016/SVG/main" r:embed="rId3"/>
                      </a:ext>
                    </a:extLst>
                  </a:blip>
                  <a:stretch>
                    <a:fillRect/>
                  </a:stretch>
                </p:blipFill>
                <p:spPr>
                  <a:xfrm>
                    <a:off x="10182595" y="3087179"/>
                    <a:ext cx="466686" cy="466686"/>
                  </a:xfrm>
                  <a:prstGeom prst="rect">
                    <a:avLst/>
                  </a:prstGeom>
                </p:spPr>
              </p:pic>
              <p:cxnSp>
                <p:nvCxnSpPr>
                  <p:cNvPr id="27" name="직선 화살표 연결선 26">
                    <a:extLst>
                      <a:ext uri="{FF2B5EF4-FFF2-40B4-BE49-F238E27FC236}">
                        <a16:creationId xmlns:a16="http://schemas.microsoft.com/office/drawing/2014/main" id="{30E56D01-EDA3-21B8-379B-B94BBAD882C8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flipV="1">
                    <a:off x="10541724" y="3215329"/>
                    <a:ext cx="0" cy="252901"/>
                  </a:xfrm>
                  <a:prstGeom prst="straightConnector1">
                    <a:avLst/>
                  </a:prstGeom>
                  <a:ln w="38100">
                    <a:solidFill>
                      <a:srgbClr val="FF0000"/>
                    </a:solidFill>
                    <a:tailEnd type="triangle"/>
                  </a:ln>
                </p:spPr>
                <p:style>
                  <a:lnRef idx="2">
                    <a:schemeClr val="accent1"/>
                  </a:lnRef>
                  <a:fillRef idx="0">
                    <a:schemeClr val="accent1"/>
                  </a:fillRef>
                  <a:effectRef idx="1">
                    <a:schemeClr val="accent1"/>
                  </a:effectRef>
                  <a:fontRef idx="minor">
                    <a:schemeClr val="tx1"/>
                  </a:fontRef>
                </p:style>
              </p:cxnSp>
            </p:grpSp>
            <p:grpSp>
              <p:nvGrpSpPr>
                <p:cNvPr id="22" name="그룹 21">
                  <a:extLst>
                    <a:ext uri="{FF2B5EF4-FFF2-40B4-BE49-F238E27FC236}">
                      <a16:creationId xmlns:a16="http://schemas.microsoft.com/office/drawing/2014/main" id="{D04D3B56-87E0-FA8E-9466-CAAAEB24CBA2}"/>
                    </a:ext>
                  </a:extLst>
                </p:cNvPr>
                <p:cNvGrpSpPr/>
                <p:nvPr/>
              </p:nvGrpSpPr>
              <p:grpSpPr>
                <a:xfrm>
                  <a:off x="10740578" y="2885930"/>
                  <a:ext cx="466686" cy="466686"/>
                  <a:chOff x="10774103" y="2957725"/>
                  <a:chExt cx="466686" cy="466686"/>
                </a:xfrm>
              </p:grpSpPr>
              <p:pic>
                <p:nvPicPr>
                  <p:cNvPr id="24" name="그래픽 23" descr="심장 박동 단색으로 채워진">
                    <a:extLst>
                      <a:ext uri="{FF2B5EF4-FFF2-40B4-BE49-F238E27FC236}">
                        <a16:creationId xmlns:a16="http://schemas.microsoft.com/office/drawing/2014/main" id="{B477DA84-2848-15A9-9286-C0B76921228C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>
                  <a:blip>
                    <a:extLst>
                      <a:ext uri="{96DAC541-7B7A-43D3-8B79-37D633B846F1}">
                        <asvg:svgBlip xmlns:asvg="http://schemas.microsoft.com/office/drawing/2016/SVG/main" r:embed="rId3"/>
                      </a:ext>
                    </a:extLst>
                  </a:blip>
                  <a:stretch>
                    <a:fillRect/>
                  </a:stretch>
                </p:blipFill>
                <p:spPr>
                  <a:xfrm>
                    <a:off x="10774103" y="2957725"/>
                    <a:ext cx="466686" cy="466686"/>
                  </a:xfrm>
                  <a:prstGeom prst="rect">
                    <a:avLst/>
                  </a:prstGeom>
                </p:spPr>
              </p:pic>
              <p:cxnSp>
                <p:nvCxnSpPr>
                  <p:cNvPr id="25" name="직선 화살표 연결선 24">
                    <a:extLst>
                      <a:ext uri="{FF2B5EF4-FFF2-40B4-BE49-F238E27FC236}">
                        <a16:creationId xmlns:a16="http://schemas.microsoft.com/office/drawing/2014/main" id="{1FA30E95-0C6D-8912-741C-EE3C06634934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11130108" y="3144069"/>
                    <a:ext cx="0" cy="230484"/>
                  </a:xfrm>
                  <a:prstGeom prst="straightConnector1">
                    <a:avLst/>
                  </a:prstGeom>
                  <a:ln w="38100">
                    <a:solidFill>
                      <a:srgbClr val="00B0F0"/>
                    </a:solidFill>
                    <a:tailEnd type="triangle"/>
                  </a:ln>
                </p:spPr>
                <p:style>
                  <a:lnRef idx="2">
                    <a:schemeClr val="accent1"/>
                  </a:lnRef>
                  <a:fillRef idx="0">
                    <a:schemeClr val="accent1"/>
                  </a:fillRef>
                  <a:effectRef idx="1">
                    <a:schemeClr val="accent1"/>
                  </a:effectRef>
                  <a:fontRef idx="minor">
                    <a:schemeClr val="tx1"/>
                  </a:fontRef>
                </p:style>
              </p:cxnSp>
            </p:grpSp>
            <p:pic>
              <p:nvPicPr>
                <p:cNvPr id="23" name="그래픽 22" descr="시계 단색으로 채워진">
                  <a:extLst>
                    <a:ext uri="{FF2B5EF4-FFF2-40B4-BE49-F238E27FC236}">
                      <a16:creationId xmlns:a16="http://schemas.microsoft.com/office/drawing/2014/main" id="{CC8C7C05-DD70-DAE5-5FA5-A3072C75BEDF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>
                  <a:extLst>
                    <a:ext uri="{96DAC541-7B7A-43D3-8B79-37D633B846F1}">
                      <asvg:svgBlip xmlns:asvg="http://schemas.microsoft.com/office/drawing/2016/SVG/main" r:embed="rId4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10989636" y="2464688"/>
                  <a:ext cx="322126" cy="322126"/>
                </a:xfrm>
                <a:prstGeom prst="rect">
                  <a:avLst/>
                </a:prstGeom>
              </p:spPr>
            </p:pic>
          </p:grpSp>
        </p:grpSp>
        <p:grpSp>
          <p:nvGrpSpPr>
            <p:cNvPr id="62" name="그룹 61">
              <a:extLst>
                <a:ext uri="{FF2B5EF4-FFF2-40B4-BE49-F238E27FC236}">
                  <a16:creationId xmlns:a16="http://schemas.microsoft.com/office/drawing/2014/main" id="{461F88E7-FDF2-1B84-813E-98895903CF3E}"/>
                </a:ext>
              </a:extLst>
            </p:cNvPr>
            <p:cNvGrpSpPr>
              <a:grpSpLocks noChangeAspect="1"/>
            </p:cNvGrpSpPr>
            <p:nvPr/>
          </p:nvGrpSpPr>
          <p:grpSpPr>
            <a:xfrm>
              <a:off x="712842" y="4707545"/>
              <a:ext cx="7086600" cy="1573052"/>
              <a:chOff x="468790" y="2674664"/>
              <a:chExt cx="11530997" cy="2559600"/>
            </a:xfrm>
          </p:grpSpPr>
          <p:grpSp>
            <p:nvGrpSpPr>
              <p:cNvPr id="63" name="그룹 62">
                <a:extLst>
                  <a:ext uri="{FF2B5EF4-FFF2-40B4-BE49-F238E27FC236}">
                    <a16:creationId xmlns:a16="http://schemas.microsoft.com/office/drawing/2014/main" id="{8FDA9FD2-4450-B2EB-CD73-D6A4428FD56C}"/>
                  </a:ext>
                </a:extLst>
              </p:cNvPr>
              <p:cNvGrpSpPr>
                <a:grpSpLocks noChangeAspect="1"/>
              </p:cNvGrpSpPr>
              <p:nvPr/>
            </p:nvGrpSpPr>
            <p:grpSpPr>
              <a:xfrm>
                <a:off x="6896927" y="2674664"/>
                <a:ext cx="1668334" cy="1421635"/>
                <a:chOff x="4894135" y="3217541"/>
                <a:chExt cx="484374" cy="412749"/>
              </a:xfrm>
            </p:grpSpPr>
            <p:pic>
              <p:nvPicPr>
                <p:cNvPr id="116" name="그래픽 115" descr="시계 단색으로 채워진">
                  <a:extLst>
                    <a:ext uri="{FF2B5EF4-FFF2-40B4-BE49-F238E27FC236}">
                      <a16:creationId xmlns:a16="http://schemas.microsoft.com/office/drawing/2014/main" id="{E2D578C4-138D-3296-2779-F3E424EC8B14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>
                  <a:extLst>
                    <a:ext uri="{96DAC541-7B7A-43D3-8B79-37D633B846F1}">
                      <asvg:svgBlip xmlns:asvg="http://schemas.microsoft.com/office/drawing/2016/SVG/main" r:embed="rId5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4894135" y="3217541"/>
                  <a:ext cx="399034" cy="399034"/>
                </a:xfrm>
                <a:prstGeom prst="rect">
                  <a:avLst/>
                </a:prstGeom>
              </p:spPr>
            </p:pic>
            <p:grpSp>
              <p:nvGrpSpPr>
                <p:cNvPr id="117" name="그룹 116">
                  <a:extLst>
                    <a:ext uri="{FF2B5EF4-FFF2-40B4-BE49-F238E27FC236}">
                      <a16:creationId xmlns:a16="http://schemas.microsoft.com/office/drawing/2014/main" id="{6DD5715B-783D-9CF5-0764-0F3F10C0FC28}"/>
                    </a:ext>
                  </a:extLst>
                </p:cNvPr>
                <p:cNvGrpSpPr/>
                <p:nvPr/>
              </p:nvGrpSpPr>
              <p:grpSpPr>
                <a:xfrm>
                  <a:off x="5138803" y="3224435"/>
                  <a:ext cx="239706" cy="405855"/>
                  <a:chOff x="2458149" y="3022474"/>
                  <a:chExt cx="239706" cy="405855"/>
                </a:xfrm>
              </p:grpSpPr>
              <p:pic>
                <p:nvPicPr>
                  <p:cNvPr id="118" name="그래픽 117" descr="심장 박동 단색으로 채워진">
                    <a:extLst>
                      <a:ext uri="{FF2B5EF4-FFF2-40B4-BE49-F238E27FC236}">
                        <a16:creationId xmlns:a16="http://schemas.microsoft.com/office/drawing/2014/main" id="{9FC02AF5-C6A4-1374-212E-678C65789730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>
                  <a:blip>
                    <a:extLst>
                      <a:ext uri="{96DAC541-7B7A-43D3-8B79-37D633B846F1}">
                        <asvg:svgBlip xmlns:asvg="http://schemas.microsoft.com/office/drawing/2016/SVG/main" r:embed="rId3"/>
                      </a:ext>
                    </a:extLst>
                  </a:blip>
                  <a:stretch>
                    <a:fillRect/>
                  </a:stretch>
                </p:blipFill>
                <p:spPr>
                  <a:xfrm>
                    <a:off x="2458149" y="3188623"/>
                    <a:ext cx="239706" cy="239706"/>
                  </a:xfrm>
                  <a:prstGeom prst="rect">
                    <a:avLst/>
                  </a:prstGeom>
                </p:spPr>
              </p:pic>
              <p:cxnSp>
                <p:nvCxnSpPr>
                  <p:cNvPr id="119" name="직선 화살표 연결선 118">
                    <a:extLst>
                      <a:ext uri="{FF2B5EF4-FFF2-40B4-BE49-F238E27FC236}">
                        <a16:creationId xmlns:a16="http://schemas.microsoft.com/office/drawing/2014/main" id="{8681E897-EE18-BB75-EA3F-2E7BB7226801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2578002" y="3022474"/>
                    <a:ext cx="0" cy="204565"/>
                  </a:xfrm>
                  <a:prstGeom prst="straightConnector1">
                    <a:avLst/>
                  </a:prstGeom>
                  <a:ln w="76200">
                    <a:solidFill>
                      <a:srgbClr val="00B0F0"/>
                    </a:solidFill>
                    <a:tailEnd type="triangle"/>
                  </a:ln>
                </p:spPr>
                <p:style>
                  <a:lnRef idx="2">
                    <a:schemeClr val="accent1"/>
                  </a:lnRef>
                  <a:fillRef idx="0">
                    <a:schemeClr val="accent1"/>
                  </a:fillRef>
                  <a:effectRef idx="1">
                    <a:schemeClr val="accent1"/>
                  </a:effectRef>
                  <a:fontRef idx="minor">
                    <a:schemeClr val="tx1"/>
                  </a:fontRef>
                </p:style>
              </p:cxnSp>
            </p:grpSp>
          </p:grpSp>
          <p:grpSp>
            <p:nvGrpSpPr>
              <p:cNvPr id="64" name="그룹 63">
                <a:extLst>
                  <a:ext uri="{FF2B5EF4-FFF2-40B4-BE49-F238E27FC236}">
                    <a16:creationId xmlns:a16="http://schemas.microsoft.com/office/drawing/2014/main" id="{E07E91D1-680C-7FDC-B0EF-19F3E932D722}"/>
                  </a:ext>
                </a:extLst>
              </p:cNvPr>
              <p:cNvGrpSpPr>
                <a:grpSpLocks noChangeAspect="1"/>
              </p:cNvGrpSpPr>
              <p:nvPr/>
            </p:nvGrpSpPr>
            <p:grpSpPr>
              <a:xfrm>
                <a:off x="468790" y="2674664"/>
                <a:ext cx="2550164" cy="2559600"/>
                <a:chOff x="1147350" y="2177298"/>
                <a:chExt cx="3228056" cy="3240000"/>
              </a:xfrm>
            </p:grpSpPr>
            <p:grpSp>
              <p:nvGrpSpPr>
                <p:cNvPr id="106" name="그룹 105">
                  <a:extLst>
                    <a:ext uri="{FF2B5EF4-FFF2-40B4-BE49-F238E27FC236}">
                      <a16:creationId xmlns:a16="http://schemas.microsoft.com/office/drawing/2014/main" id="{08D37D6C-E786-F478-1B02-13E45B68238F}"/>
                    </a:ext>
                  </a:extLst>
                </p:cNvPr>
                <p:cNvGrpSpPr/>
                <p:nvPr/>
              </p:nvGrpSpPr>
              <p:grpSpPr>
                <a:xfrm>
                  <a:off x="1147350" y="2177298"/>
                  <a:ext cx="3228056" cy="3240000"/>
                  <a:chOff x="1147350" y="2177298"/>
                  <a:chExt cx="3228056" cy="3240000"/>
                </a:xfrm>
              </p:grpSpPr>
              <p:sp>
                <p:nvSpPr>
                  <p:cNvPr id="114" name="부분 원형 113">
                    <a:extLst>
                      <a:ext uri="{FF2B5EF4-FFF2-40B4-BE49-F238E27FC236}">
                        <a16:creationId xmlns:a16="http://schemas.microsoft.com/office/drawing/2014/main" id="{29DC863B-3582-65AF-8510-63BA2422BFDE}"/>
                      </a:ext>
                    </a:extLst>
                  </p:cNvPr>
                  <p:cNvSpPr/>
                  <p:nvPr/>
                </p:nvSpPr>
                <p:spPr>
                  <a:xfrm rot="12433936">
                    <a:off x="1147350" y="2177298"/>
                    <a:ext cx="3228056" cy="3240000"/>
                  </a:xfrm>
                  <a:prstGeom prst="pie">
                    <a:avLst>
                      <a:gd name="adj1" fmla="val 406599"/>
                      <a:gd name="adj2" fmla="val 7128648"/>
                    </a:avLst>
                  </a:prstGeom>
                  <a:solidFill>
                    <a:srgbClr val="FFFF99"/>
                  </a:solidFill>
                  <a:ln>
                    <a:solidFill>
                      <a:srgbClr val="FFC000"/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ko-KR" altLang="en-US">
                      <a:solidFill>
                        <a:schemeClr val="tx1"/>
                      </a:solidFill>
                    </a:endParaRPr>
                  </a:p>
                </p:txBody>
              </p:sp>
              <p:sp>
                <p:nvSpPr>
                  <p:cNvPr id="115" name="타원 114">
                    <a:extLst>
                      <a:ext uri="{FF2B5EF4-FFF2-40B4-BE49-F238E27FC236}">
                        <a16:creationId xmlns:a16="http://schemas.microsoft.com/office/drawing/2014/main" id="{61F9451D-ED25-3E78-79D5-1FE805B54388}"/>
                      </a:ext>
                    </a:extLst>
                  </p:cNvPr>
                  <p:cNvSpPr/>
                  <p:nvPr/>
                </p:nvSpPr>
                <p:spPr>
                  <a:xfrm>
                    <a:off x="2700538" y="3819489"/>
                    <a:ext cx="133624" cy="308832"/>
                  </a:xfrm>
                  <a:prstGeom prst="ellipse">
                    <a:avLst/>
                  </a:prstGeom>
                  <a:solidFill>
                    <a:schemeClr val="accent1">
                      <a:lumMod val="60000"/>
                      <a:lumOff val="40000"/>
                    </a:schemeClr>
                  </a:solidFill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ko-KR" altLang="en-US"/>
                  </a:p>
                </p:txBody>
              </p:sp>
            </p:grpSp>
            <p:sp>
              <p:nvSpPr>
                <p:cNvPr id="107" name="이등변 삼각형 106">
                  <a:extLst>
                    <a:ext uri="{FF2B5EF4-FFF2-40B4-BE49-F238E27FC236}">
                      <a16:creationId xmlns:a16="http://schemas.microsoft.com/office/drawing/2014/main" id="{05E34E4F-ABFF-F027-484D-06ADF33CA0CE}"/>
                    </a:ext>
                  </a:extLst>
                </p:cNvPr>
                <p:cNvSpPr/>
                <p:nvPr/>
              </p:nvSpPr>
              <p:spPr>
                <a:xfrm flipH="1">
                  <a:off x="4178936" y="2337029"/>
                  <a:ext cx="133052" cy="233874"/>
                </a:xfrm>
                <a:prstGeom prst="triangle">
                  <a:avLst/>
                </a:prstGeom>
                <a:solidFill>
                  <a:srgbClr val="FF0000">
                    <a:alpha val="50000"/>
                  </a:srgbClr>
                </a:solidFill>
                <a:ln>
                  <a:solidFill>
                    <a:srgbClr val="C00000">
                      <a:alpha val="50000"/>
                    </a:srgbClr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dirty="0"/>
                </a:p>
              </p:txBody>
            </p:sp>
            <p:sp>
              <p:nvSpPr>
                <p:cNvPr id="108" name="이등변 삼각형 107">
                  <a:extLst>
                    <a:ext uri="{FF2B5EF4-FFF2-40B4-BE49-F238E27FC236}">
                      <a16:creationId xmlns:a16="http://schemas.microsoft.com/office/drawing/2014/main" id="{E0E5116E-A98D-64D1-F95A-5C72A7A8C7A7}"/>
                    </a:ext>
                  </a:extLst>
                </p:cNvPr>
                <p:cNvSpPr/>
                <p:nvPr/>
              </p:nvSpPr>
              <p:spPr>
                <a:xfrm flipH="1">
                  <a:off x="3495488" y="2420618"/>
                  <a:ext cx="133052" cy="233874"/>
                </a:xfrm>
                <a:prstGeom prst="triangle">
                  <a:avLst/>
                </a:prstGeom>
                <a:solidFill>
                  <a:srgbClr val="FF0000"/>
                </a:solidFill>
                <a:ln>
                  <a:solidFill>
                    <a:srgbClr val="C00000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/>
                </a:p>
              </p:txBody>
            </p:sp>
            <p:cxnSp>
              <p:nvCxnSpPr>
                <p:cNvPr id="109" name="직선 화살표 연결선 108">
                  <a:extLst>
                    <a:ext uri="{FF2B5EF4-FFF2-40B4-BE49-F238E27FC236}">
                      <a16:creationId xmlns:a16="http://schemas.microsoft.com/office/drawing/2014/main" id="{C39118D4-78FC-0D27-626A-1719C0D460B0}"/>
                    </a:ext>
                  </a:extLst>
                </p:cNvPr>
                <p:cNvCxnSpPr>
                  <a:cxnSpLocks/>
                  <a:stCxn id="107" idx="5"/>
                  <a:endCxn id="108" idx="1"/>
                </p:cNvCxnSpPr>
                <p:nvPr/>
              </p:nvCxnSpPr>
              <p:spPr>
                <a:xfrm flipH="1">
                  <a:off x="3595277" y="2453966"/>
                  <a:ext cx="616922" cy="83589"/>
                </a:xfrm>
                <a:prstGeom prst="straightConnector1">
                  <a:avLst/>
                </a:prstGeom>
                <a:ln w="28575">
                  <a:solidFill>
                    <a:schemeClr val="tx1"/>
                  </a:solidFill>
                  <a:tailEnd type="triangle"/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10" name="직선 화살표 연결선 109">
                  <a:extLst>
                    <a:ext uri="{FF2B5EF4-FFF2-40B4-BE49-F238E27FC236}">
                      <a16:creationId xmlns:a16="http://schemas.microsoft.com/office/drawing/2014/main" id="{E50AE16A-DCC7-83AB-C83B-8837A46EFA8F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>
                  <a:off x="2814593" y="2654492"/>
                  <a:ext cx="747421" cy="1210224"/>
                </a:xfrm>
                <a:prstGeom prst="straightConnector1">
                  <a:avLst/>
                </a:prstGeom>
                <a:ln>
                  <a:headEnd type="triangle"/>
                  <a:tailEnd type="triangle"/>
                </a:ln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  <p:grpSp>
              <p:nvGrpSpPr>
                <p:cNvPr id="111" name="그룹 110">
                  <a:extLst>
                    <a:ext uri="{FF2B5EF4-FFF2-40B4-BE49-F238E27FC236}">
                      <a16:creationId xmlns:a16="http://schemas.microsoft.com/office/drawing/2014/main" id="{E1A118AA-8A07-FD81-93C2-C3FA3CB8EC60}"/>
                    </a:ext>
                  </a:extLst>
                </p:cNvPr>
                <p:cNvGrpSpPr/>
                <p:nvPr/>
              </p:nvGrpSpPr>
              <p:grpSpPr>
                <a:xfrm>
                  <a:off x="2954960" y="3026261"/>
                  <a:ext cx="466686" cy="466686"/>
                  <a:chOff x="2231169" y="3000059"/>
                  <a:chExt cx="466686" cy="466686"/>
                </a:xfrm>
              </p:grpSpPr>
              <p:pic>
                <p:nvPicPr>
                  <p:cNvPr id="112" name="그래픽 111" descr="심장 박동 단색으로 채워진">
                    <a:extLst>
                      <a:ext uri="{FF2B5EF4-FFF2-40B4-BE49-F238E27FC236}">
                        <a16:creationId xmlns:a16="http://schemas.microsoft.com/office/drawing/2014/main" id="{AE26DB2D-D3B1-FF7C-685E-F47FF9943793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>
                  <a:blip>
                    <a:extLst>
                      <a:ext uri="{96DAC541-7B7A-43D3-8B79-37D633B846F1}">
                        <asvg:svgBlip xmlns:asvg="http://schemas.microsoft.com/office/drawing/2016/SVG/main" r:embed="rId3"/>
                      </a:ext>
                    </a:extLst>
                  </a:blip>
                  <a:stretch>
                    <a:fillRect/>
                  </a:stretch>
                </p:blipFill>
                <p:spPr>
                  <a:xfrm>
                    <a:off x="2231169" y="3000059"/>
                    <a:ext cx="466686" cy="466686"/>
                  </a:xfrm>
                  <a:prstGeom prst="rect">
                    <a:avLst/>
                  </a:prstGeom>
                </p:spPr>
              </p:pic>
              <p:cxnSp>
                <p:nvCxnSpPr>
                  <p:cNvPr id="113" name="직선 화살표 연결선 112">
                    <a:extLst>
                      <a:ext uri="{FF2B5EF4-FFF2-40B4-BE49-F238E27FC236}">
                        <a16:creationId xmlns:a16="http://schemas.microsoft.com/office/drawing/2014/main" id="{A23B390D-2824-45D7-CFAD-F51BDA08ED91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flipV="1">
                    <a:off x="2586832" y="3233402"/>
                    <a:ext cx="0" cy="153714"/>
                  </a:xfrm>
                  <a:prstGeom prst="straightConnector1">
                    <a:avLst/>
                  </a:prstGeom>
                  <a:ln w="19050">
                    <a:solidFill>
                      <a:srgbClr val="FF0000"/>
                    </a:solidFill>
                    <a:tailEnd type="triangle"/>
                  </a:ln>
                </p:spPr>
                <p:style>
                  <a:lnRef idx="2">
                    <a:schemeClr val="accent1"/>
                  </a:lnRef>
                  <a:fillRef idx="0">
                    <a:schemeClr val="accent1"/>
                  </a:fillRef>
                  <a:effectRef idx="1">
                    <a:schemeClr val="accent1"/>
                  </a:effectRef>
                  <a:fontRef idx="minor">
                    <a:schemeClr val="tx1"/>
                  </a:fontRef>
                </p:style>
              </p:cxnSp>
            </p:grpSp>
          </p:grpSp>
          <p:grpSp>
            <p:nvGrpSpPr>
              <p:cNvPr id="65" name="그룹 64">
                <a:extLst>
                  <a:ext uri="{FF2B5EF4-FFF2-40B4-BE49-F238E27FC236}">
                    <a16:creationId xmlns:a16="http://schemas.microsoft.com/office/drawing/2014/main" id="{C03B3339-F29C-698F-872F-C18751CBBFFA}"/>
                  </a:ext>
                </a:extLst>
              </p:cNvPr>
              <p:cNvGrpSpPr>
                <a:grpSpLocks noChangeAspect="1"/>
              </p:cNvGrpSpPr>
              <p:nvPr/>
            </p:nvGrpSpPr>
            <p:grpSpPr>
              <a:xfrm>
                <a:off x="9449623" y="2674664"/>
                <a:ext cx="2550164" cy="2559600"/>
                <a:chOff x="8301761" y="2933021"/>
                <a:chExt cx="2107431" cy="2115229"/>
              </a:xfrm>
            </p:grpSpPr>
            <p:grpSp>
              <p:nvGrpSpPr>
                <p:cNvPr id="88" name="그룹 87">
                  <a:extLst>
                    <a:ext uri="{FF2B5EF4-FFF2-40B4-BE49-F238E27FC236}">
                      <a16:creationId xmlns:a16="http://schemas.microsoft.com/office/drawing/2014/main" id="{8142A02D-3426-DD7E-538C-77AC9CF97D92}"/>
                    </a:ext>
                  </a:extLst>
                </p:cNvPr>
                <p:cNvGrpSpPr>
                  <a:grpSpLocks noChangeAspect="1"/>
                </p:cNvGrpSpPr>
                <p:nvPr/>
              </p:nvGrpSpPr>
              <p:grpSpPr>
                <a:xfrm>
                  <a:off x="8301761" y="2933021"/>
                  <a:ext cx="2107431" cy="2115229"/>
                  <a:chOff x="1147350" y="2177298"/>
                  <a:chExt cx="3228056" cy="3240000"/>
                </a:xfrm>
              </p:grpSpPr>
              <p:grpSp>
                <p:nvGrpSpPr>
                  <p:cNvPr id="94" name="그룹 93">
                    <a:extLst>
                      <a:ext uri="{FF2B5EF4-FFF2-40B4-BE49-F238E27FC236}">
                        <a16:creationId xmlns:a16="http://schemas.microsoft.com/office/drawing/2014/main" id="{DE2EA857-7767-FAEA-AA85-B65AB4B0CD6B}"/>
                      </a:ext>
                    </a:extLst>
                  </p:cNvPr>
                  <p:cNvGrpSpPr/>
                  <p:nvPr/>
                </p:nvGrpSpPr>
                <p:grpSpPr>
                  <a:xfrm>
                    <a:off x="1147350" y="2177298"/>
                    <a:ext cx="3228056" cy="3240000"/>
                    <a:chOff x="1147350" y="2177298"/>
                    <a:chExt cx="3228056" cy="3240000"/>
                  </a:xfrm>
                </p:grpSpPr>
                <p:sp>
                  <p:nvSpPr>
                    <p:cNvPr id="104" name="부분 원형 103">
                      <a:extLst>
                        <a:ext uri="{FF2B5EF4-FFF2-40B4-BE49-F238E27FC236}">
                          <a16:creationId xmlns:a16="http://schemas.microsoft.com/office/drawing/2014/main" id="{815D9854-898C-2410-5065-EA8EE166CBFC}"/>
                        </a:ext>
                      </a:extLst>
                    </p:cNvPr>
                    <p:cNvSpPr/>
                    <p:nvPr/>
                  </p:nvSpPr>
                  <p:spPr>
                    <a:xfrm rot="12433936">
                      <a:off x="1147350" y="2177298"/>
                      <a:ext cx="3228056" cy="3240000"/>
                    </a:xfrm>
                    <a:prstGeom prst="pie">
                      <a:avLst>
                        <a:gd name="adj1" fmla="val 406599"/>
                        <a:gd name="adj2" fmla="val 7128648"/>
                      </a:avLst>
                    </a:prstGeom>
                    <a:solidFill>
                      <a:srgbClr val="FFFF99"/>
                    </a:solidFill>
                    <a:ln>
                      <a:solidFill>
                        <a:srgbClr val="FFC000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ko-KR" altLang="en-US">
                        <a:solidFill>
                          <a:schemeClr val="tx1"/>
                        </a:solidFill>
                      </a:endParaRPr>
                    </a:p>
                  </p:txBody>
                </p:sp>
                <p:sp>
                  <p:nvSpPr>
                    <p:cNvPr id="105" name="타원 104">
                      <a:extLst>
                        <a:ext uri="{FF2B5EF4-FFF2-40B4-BE49-F238E27FC236}">
                          <a16:creationId xmlns:a16="http://schemas.microsoft.com/office/drawing/2014/main" id="{AA242D75-B612-11C4-F641-13B663A72175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2700538" y="3819489"/>
                      <a:ext cx="133624" cy="308832"/>
                    </a:xfrm>
                    <a:prstGeom prst="ellipse">
                      <a:avLst/>
                    </a:prstGeom>
                    <a:solidFill>
                      <a:schemeClr val="accent1">
                        <a:lumMod val="60000"/>
                        <a:lumOff val="40000"/>
                      </a:schemeClr>
                    </a:solidFill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ko-KR" altLang="en-US"/>
                    </a:p>
                  </p:txBody>
                </p:sp>
              </p:grpSp>
              <p:sp>
                <p:nvSpPr>
                  <p:cNvPr id="95" name="이등변 삼각형 94">
                    <a:extLst>
                      <a:ext uri="{FF2B5EF4-FFF2-40B4-BE49-F238E27FC236}">
                        <a16:creationId xmlns:a16="http://schemas.microsoft.com/office/drawing/2014/main" id="{99FEA9AE-4255-F878-704D-C3DB86FC417C}"/>
                      </a:ext>
                    </a:extLst>
                  </p:cNvPr>
                  <p:cNvSpPr/>
                  <p:nvPr/>
                </p:nvSpPr>
                <p:spPr>
                  <a:xfrm>
                    <a:off x="2256826" y="3085083"/>
                    <a:ext cx="133052" cy="233874"/>
                  </a:xfrm>
                  <a:prstGeom prst="triangle">
                    <a:avLst/>
                  </a:prstGeom>
                  <a:solidFill>
                    <a:srgbClr val="FF0000"/>
                  </a:solidFill>
                  <a:ln>
                    <a:solidFill>
                      <a:srgbClr val="C00000"/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ko-KR" altLang="en-US"/>
                  </a:p>
                </p:txBody>
              </p:sp>
              <p:sp>
                <p:nvSpPr>
                  <p:cNvPr id="96" name="이등변 삼각형 95">
                    <a:extLst>
                      <a:ext uri="{FF2B5EF4-FFF2-40B4-BE49-F238E27FC236}">
                        <a16:creationId xmlns:a16="http://schemas.microsoft.com/office/drawing/2014/main" id="{6FCA87EF-0759-45C9-9752-2EA08A3307C0}"/>
                      </a:ext>
                    </a:extLst>
                  </p:cNvPr>
                  <p:cNvSpPr/>
                  <p:nvPr/>
                </p:nvSpPr>
                <p:spPr>
                  <a:xfrm flipH="1">
                    <a:off x="4178936" y="2337029"/>
                    <a:ext cx="133052" cy="233874"/>
                  </a:xfrm>
                  <a:prstGeom prst="triangle">
                    <a:avLst/>
                  </a:prstGeom>
                  <a:solidFill>
                    <a:srgbClr val="FF0000">
                      <a:alpha val="50000"/>
                    </a:srgbClr>
                  </a:solidFill>
                  <a:ln>
                    <a:solidFill>
                      <a:srgbClr val="C00000">
                        <a:alpha val="50000"/>
                      </a:srgbClr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ko-KR" altLang="en-US"/>
                  </a:p>
                </p:txBody>
              </p:sp>
              <p:sp>
                <p:nvSpPr>
                  <p:cNvPr id="97" name="이등변 삼각형 96">
                    <a:extLst>
                      <a:ext uri="{FF2B5EF4-FFF2-40B4-BE49-F238E27FC236}">
                        <a16:creationId xmlns:a16="http://schemas.microsoft.com/office/drawing/2014/main" id="{E29ED563-8151-80A1-0812-36560C706840}"/>
                      </a:ext>
                    </a:extLst>
                  </p:cNvPr>
                  <p:cNvSpPr/>
                  <p:nvPr/>
                </p:nvSpPr>
                <p:spPr>
                  <a:xfrm flipH="1">
                    <a:off x="3495488" y="2420618"/>
                    <a:ext cx="133052" cy="233874"/>
                  </a:xfrm>
                  <a:prstGeom prst="triangle">
                    <a:avLst/>
                  </a:prstGeom>
                  <a:solidFill>
                    <a:srgbClr val="FF0000"/>
                  </a:solidFill>
                  <a:ln>
                    <a:solidFill>
                      <a:srgbClr val="C00000"/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ko-KR" altLang="en-US"/>
                  </a:p>
                </p:txBody>
              </p:sp>
              <p:cxnSp>
                <p:nvCxnSpPr>
                  <p:cNvPr id="98" name="직선 화살표 연결선 97">
                    <a:extLst>
                      <a:ext uri="{FF2B5EF4-FFF2-40B4-BE49-F238E27FC236}">
                        <a16:creationId xmlns:a16="http://schemas.microsoft.com/office/drawing/2014/main" id="{440F5DE4-5643-5875-1D2F-5E5E4C086D29}"/>
                      </a:ext>
                    </a:extLst>
                  </p:cNvPr>
                  <p:cNvCxnSpPr>
                    <a:cxnSpLocks/>
                    <a:stCxn id="96" idx="5"/>
                    <a:endCxn id="97" idx="1"/>
                  </p:cNvCxnSpPr>
                  <p:nvPr/>
                </p:nvCxnSpPr>
                <p:spPr>
                  <a:xfrm flipH="1">
                    <a:off x="3595277" y="2453966"/>
                    <a:ext cx="616922" cy="83589"/>
                  </a:xfrm>
                  <a:prstGeom prst="straightConnector1">
                    <a:avLst/>
                  </a:prstGeom>
                  <a:ln w="28575">
                    <a:solidFill>
                      <a:schemeClr val="tx1"/>
                    </a:solidFill>
                    <a:tailEnd type="triangle"/>
                  </a:ln>
                </p:spPr>
                <p:style>
                  <a:lnRef idx="2">
                    <a:schemeClr val="accent1"/>
                  </a:lnRef>
                  <a:fillRef idx="0">
                    <a:schemeClr val="accent1"/>
                  </a:fillRef>
                  <a:effectRef idx="1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99" name="직선 화살표 연결선 98">
                    <a:extLst>
                      <a:ext uri="{FF2B5EF4-FFF2-40B4-BE49-F238E27FC236}">
                        <a16:creationId xmlns:a16="http://schemas.microsoft.com/office/drawing/2014/main" id="{0FBD4665-F3DF-BBFC-5C65-0FA0D88119CE}"/>
                      </a:ext>
                    </a:extLst>
                  </p:cNvPr>
                  <p:cNvCxnSpPr>
                    <a:cxnSpLocks/>
                    <a:stCxn id="95" idx="3"/>
                    <a:endCxn id="105" idx="1"/>
                  </p:cNvCxnSpPr>
                  <p:nvPr/>
                </p:nvCxnSpPr>
                <p:spPr>
                  <a:xfrm>
                    <a:off x="2323352" y="3318957"/>
                    <a:ext cx="396755" cy="545759"/>
                  </a:xfrm>
                  <a:prstGeom prst="straightConnector1">
                    <a:avLst/>
                  </a:prstGeom>
                  <a:ln>
                    <a:headEnd type="none"/>
                    <a:tailEnd type="triangle"/>
                  </a:ln>
                </p:spPr>
                <p:style>
                  <a:lnRef idx="1">
                    <a:schemeClr val="dk1"/>
                  </a:lnRef>
                  <a:fillRef idx="0">
                    <a:schemeClr val="dk1"/>
                  </a:fillRef>
                  <a:effectRef idx="0">
                    <a:schemeClr val="dk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100" name="직선 화살표 연결선 99">
                    <a:extLst>
                      <a:ext uri="{FF2B5EF4-FFF2-40B4-BE49-F238E27FC236}">
                        <a16:creationId xmlns:a16="http://schemas.microsoft.com/office/drawing/2014/main" id="{C4C389B2-6C0C-FD38-4144-8206EC2036D7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flipH="1">
                    <a:off x="2814593" y="2654492"/>
                    <a:ext cx="747421" cy="1210224"/>
                  </a:xfrm>
                  <a:prstGeom prst="straightConnector1">
                    <a:avLst/>
                  </a:prstGeom>
                  <a:ln>
                    <a:headEnd type="triangle"/>
                    <a:tailEnd type="triangle"/>
                  </a:ln>
                </p:spPr>
                <p:style>
                  <a:lnRef idx="1">
                    <a:schemeClr val="dk1"/>
                  </a:lnRef>
                  <a:fillRef idx="0">
                    <a:schemeClr val="dk1"/>
                  </a:fillRef>
                  <a:effectRef idx="0">
                    <a:schemeClr val="dk1"/>
                  </a:effectRef>
                  <a:fontRef idx="minor">
                    <a:schemeClr val="tx1"/>
                  </a:fontRef>
                </p:style>
              </p:cxnSp>
              <p:grpSp>
                <p:nvGrpSpPr>
                  <p:cNvPr id="101" name="그룹 100">
                    <a:extLst>
                      <a:ext uri="{FF2B5EF4-FFF2-40B4-BE49-F238E27FC236}">
                        <a16:creationId xmlns:a16="http://schemas.microsoft.com/office/drawing/2014/main" id="{14653688-8D20-C09B-8662-E1A437FA8BC0}"/>
                      </a:ext>
                    </a:extLst>
                  </p:cNvPr>
                  <p:cNvGrpSpPr/>
                  <p:nvPr/>
                </p:nvGrpSpPr>
                <p:grpSpPr>
                  <a:xfrm>
                    <a:off x="2954960" y="3026261"/>
                    <a:ext cx="466686" cy="466686"/>
                    <a:chOff x="2231169" y="3000059"/>
                    <a:chExt cx="466686" cy="466686"/>
                  </a:xfrm>
                </p:grpSpPr>
                <p:pic>
                  <p:nvPicPr>
                    <p:cNvPr id="102" name="그래픽 101" descr="심장 박동 단색으로 채워진">
                      <a:extLst>
                        <a:ext uri="{FF2B5EF4-FFF2-40B4-BE49-F238E27FC236}">
                          <a16:creationId xmlns:a16="http://schemas.microsoft.com/office/drawing/2014/main" id="{70451406-B7A1-F88F-BE43-C988E94C0DDA}"/>
                        </a:ext>
                      </a:extLst>
                    </p:cNvPr>
                    <p:cNvPicPr>
                      <a:picLocks noChangeAspect="1"/>
                    </p:cNvPicPr>
                    <p:nvPr/>
                  </p:nvPicPr>
                  <p:blipFill>
                    <a:blip>
                      <a:extLst>
                        <a:ext uri="{96DAC541-7B7A-43D3-8B79-37D633B846F1}">
                          <asvg:svgBlip xmlns:asvg="http://schemas.microsoft.com/office/drawing/2016/SVG/main" r:embed="rId3"/>
                        </a:ext>
                      </a:extLst>
                    </a:blip>
                    <a:stretch>
                      <a:fillRect/>
                    </a:stretch>
                  </p:blipFill>
                  <p:spPr>
                    <a:xfrm>
                      <a:off x="2231169" y="3000059"/>
                      <a:ext cx="466686" cy="466686"/>
                    </a:xfrm>
                    <a:prstGeom prst="rect">
                      <a:avLst/>
                    </a:prstGeom>
                  </p:spPr>
                </p:pic>
                <p:cxnSp>
                  <p:nvCxnSpPr>
                    <p:cNvPr id="103" name="직선 화살표 연결선 102">
                      <a:extLst>
                        <a:ext uri="{FF2B5EF4-FFF2-40B4-BE49-F238E27FC236}">
                          <a16:creationId xmlns:a16="http://schemas.microsoft.com/office/drawing/2014/main" id="{51F3C31A-1330-4B7F-F665-2988F1735E85}"/>
                        </a:ext>
                      </a:extLst>
                    </p:cNvPr>
                    <p:cNvCxnSpPr>
                      <a:cxnSpLocks/>
                    </p:cNvCxnSpPr>
                    <p:nvPr/>
                  </p:nvCxnSpPr>
                  <p:spPr>
                    <a:xfrm flipV="1">
                      <a:off x="2586832" y="3233402"/>
                      <a:ext cx="0" cy="153714"/>
                    </a:xfrm>
                    <a:prstGeom prst="straightConnector1">
                      <a:avLst/>
                    </a:prstGeom>
                    <a:ln w="19050">
                      <a:solidFill>
                        <a:srgbClr val="FF0000"/>
                      </a:solidFill>
                      <a:tailEnd type="triangle"/>
                    </a:ln>
                  </p:spPr>
                  <p:style>
                    <a:lnRef idx="2">
                      <a:schemeClr val="accent1"/>
                    </a:lnRef>
                    <a:fillRef idx="0">
                      <a:schemeClr val="accent1"/>
                    </a:fillRef>
                    <a:effectRef idx="1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</p:grpSp>
            </p:grpSp>
            <p:grpSp>
              <p:nvGrpSpPr>
                <p:cNvPr id="89" name="그룹 88">
                  <a:extLst>
                    <a:ext uri="{FF2B5EF4-FFF2-40B4-BE49-F238E27FC236}">
                      <a16:creationId xmlns:a16="http://schemas.microsoft.com/office/drawing/2014/main" id="{47E7180B-7C35-926F-8E33-F21F97F1281D}"/>
                    </a:ext>
                  </a:extLst>
                </p:cNvPr>
                <p:cNvGrpSpPr>
                  <a:grpSpLocks noChangeAspect="1"/>
                </p:cNvGrpSpPr>
                <p:nvPr/>
              </p:nvGrpSpPr>
              <p:grpSpPr>
                <a:xfrm>
                  <a:off x="9026081" y="3695699"/>
                  <a:ext cx="209404" cy="231754"/>
                  <a:chOff x="4894135" y="3094220"/>
                  <a:chExt cx="484374" cy="536070"/>
                </a:xfrm>
              </p:grpSpPr>
              <p:pic>
                <p:nvPicPr>
                  <p:cNvPr id="90" name="그래픽 89" descr="시계 단색으로 채워진">
                    <a:extLst>
                      <a:ext uri="{FF2B5EF4-FFF2-40B4-BE49-F238E27FC236}">
                        <a16:creationId xmlns:a16="http://schemas.microsoft.com/office/drawing/2014/main" id="{B8136518-0F0F-CC5C-0C60-D0023CA7E286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>
                  <a:blip>
                    <a:extLst>
                      <a:ext uri="{96DAC541-7B7A-43D3-8B79-37D633B846F1}">
                        <asvg:svgBlip xmlns:asvg="http://schemas.microsoft.com/office/drawing/2016/SVG/main" r:embed="rId5"/>
                      </a:ext>
                    </a:extLst>
                  </a:blip>
                  <a:stretch>
                    <a:fillRect/>
                  </a:stretch>
                </p:blipFill>
                <p:spPr>
                  <a:xfrm>
                    <a:off x="4894135" y="3217541"/>
                    <a:ext cx="399034" cy="399034"/>
                  </a:xfrm>
                  <a:prstGeom prst="rect">
                    <a:avLst/>
                  </a:prstGeom>
                </p:spPr>
              </p:pic>
              <p:grpSp>
                <p:nvGrpSpPr>
                  <p:cNvPr id="91" name="그룹 90">
                    <a:extLst>
                      <a:ext uri="{FF2B5EF4-FFF2-40B4-BE49-F238E27FC236}">
                        <a16:creationId xmlns:a16="http://schemas.microsoft.com/office/drawing/2014/main" id="{B7F2AFD2-B5FB-90C5-4EAB-D39EDD6506E6}"/>
                      </a:ext>
                    </a:extLst>
                  </p:cNvPr>
                  <p:cNvGrpSpPr/>
                  <p:nvPr/>
                </p:nvGrpSpPr>
                <p:grpSpPr>
                  <a:xfrm>
                    <a:off x="5138803" y="3094220"/>
                    <a:ext cx="239706" cy="536070"/>
                    <a:chOff x="2458149" y="2892259"/>
                    <a:chExt cx="239706" cy="536070"/>
                  </a:xfrm>
                </p:grpSpPr>
                <p:pic>
                  <p:nvPicPr>
                    <p:cNvPr id="92" name="그래픽 91" descr="심장 박동 단색으로 채워진">
                      <a:extLst>
                        <a:ext uri="{FF2B5EF4-FFF2-40B4-BE49-F238E27FC236}">
                          <a16:creationId xmlns:a16="http://schemas.microsoft.com/office/drawing/2014/main" id="{9B418A56-BCAF-C14F-E5BD-373036A4D6A7}"/>
                        </a:ext>
                      </a:extLst>
                    </p:cNvPr>
                    <p:cNvPicPr>
                      <a:picLocks noChangeAspect="1"/>
                    </p:cNvPicPr>
                    <p:nvPr/>
                  </p:nvPicPr>
                  <p:blipFill>
                    <a:blip>
                      <a:extLst>
                        <a:ext uri="{96DAC541-7B7A-43D3-8B79-37D633B846F1}">
                          <asvg:svgBlip xmlns:asvg="http://schemas.microsoft.com/office/drawing/2016/SVG/main" r:embed="rId3"/>
                        </a:ext>
                      </a:extLst>
                    </a:blip>
                    <a:stretch>
                      <a:fillRect/>
                    </a:stretch>
                  </p:blipFill>
                  <p:spPr>
                    <a:xfrm>
                      <a:off x="2458149" y="3188623"/>
                      <a:ext cx="239706" cy="239706"/>
                    </a:xfrm>
                    <a:prstGeom prst="rect">
                      <a:avLst/>
                    </a:prstGeom>
                  </p:spPr>
                </p:pic>
                <p:cxnSp>
                  <p:nvCxnSpPr>
                    <p:cNvPr id="93" name="직선 화살표 연결선 92">
                      <a:extLst>
                        <a:ext uri="{FF2B5EF4-FFF2-40B4-BE49-F238E27FC236}">
                          <a16:creationId xmlns:a16="http://schemas.microsoft.com/office/drawing/2014/main" id="{BE266F04-E3DE-6C37-EEB6-8FC1E68585B0}"/>
                        </a:ext>
                      </a:extLst>
                    </p:cNvPr>
                    <p:cNvCxnSpPr>
                      <a:cxnSpLocks/>
                    </p:cNvCxnSpPr>
                    <p:nvPr/>
                  </p:nvCxnSpPr>
                  <p:spPr>
                    <a:xfrm>
                      <a:off x="2578003" y="2892259"/>
                      <a:ext cx="0" cy="334781"/>
                    </a:xfrm>
                    <a:prstGeom prst="straightConnector1">
                      <a:avLst/>
                    </a:prstGeom>
                    <a:ln w="19050">
                      <a:solidFill>
                        <a:srgbClr val="00B0F0"/>
                      </a:solidFill>
                      <a:headEnd w="lg" len="sm"/>
                      <a:tailEnd type="triangle"/>
                    </a:ln>
                  </p:spPr>
                  <p:style>
                    <a:lnRef idx="2">
                      <a:schemeClr val="accent1"/>
                    </a:lnRef>
                    <a:fillRef idx="0">
                      <a:schemeClr val="accent1"/>
                    </a:fillRef>
                    <a:effectRef idx="1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</p:grpSp>
            </p:grpSp>
          </p:grpSp>
          <p:grpSp>
            <p:nvGrpSpPr>
              <p:cNvPr id="66" name="그룹 65">
                <a:extLst>
                  <a:ext uri="{FF2B5EF4-FFF2-40B4-BE49-F238E27FC236}">
                    <a16:creationId xmlns:a16="http://schemas.microsoft.com/office/drawing/2014/main" id="{9FE9A809-F7EF-3F6F-1410-0D6608D9F0F3}"/>
                  </a:ext>
                </a:extLst>
              </p:cNvPr>
              <p:cNvGrpSpPr>
                <a:grpSpLocks noChangeAspect="1"/>
              </p:cNvGrpSpPr>
              <p:nvPr/>
            </p:nvGrpSpPr>
            <p:grpSpPr>
              <a:xfrm>
                <a:off x="3462401" y="2674664"/>
                <a:ext cx="2550164" cy="2559600"/>
                <a:chOff x="1147350" y="2177298"/>
                <a:chExt cx="3228056" cy="3240000"/>
              </a:xfrm>
            </p:grpSpPr>
            <p:grpSp>
              <p:nvGrpSpPr>
                <p:cNvPr id="71" name="그룹 70">
                  <a:extLst>
                    <a:ext uri="{FF2B5EF4-FFF2-40B4-BE49-F238E27FC236}">
                      <a16:creationId xmlns:a16="http://schemas.microsoft.com/office/drawing/2014/main" id="{BD352159-D28E-3A7C-095E-BBA82B8549E9}"/>
                    </a:ext>
                  </a:extLst>
                </p:cNvPr>
                <p:cNvGrpSpPr/>
                <p:nvPr/>
              </p:nvGrpSpPr>
              <p:grpSpPr>
                <a:xfrm>
                  <a:off x="1147350" y="2177298"/>
                  <a:ext cx="3228056" cy="3240000"/>
                  <a:chOff x="1147350" y="2177298"/>
                  <a:chExt cx="3228056" cy="3240000"/>
                </a:xfrm>
              </p:grpSpPr>
              <p:sp>
                <p:nvSpPr>
                  <p:cNvPr id="86" name="부분 원형 85">
                    <a:extLst>
                      <a:ext uri="{FF2B5EF4-FFF2-40B4-BE49-F238E27FC236}">
                        <a16:creationId xmlns:a16="http://schemas.microsoft.com/office/drawing/2014/main" id="{7B9427C2-CBC3-7830-B49C-C11CF74BAFA9}"/>
                      </a:ext>
                    </a:extLst>
                  </p:cNvPr>
                  <p:cNvSpPr/>
                  <p:nvPr/>
                </p:nvSpPr>
                <p:spPr>
                  <a:xfrm rot="12433936">
                    <a:off x="1147350" y="2177298"/>
                    <a:ext cx="3228056" cy="3240000"/>
                  </a:xfrm>
                  <a:prstGeom prst="pie">
                    <a:avLst>
                      <a:gd name="adj1" fmla="val 406599"/>
                      <a:gd name="adj2" fmla="val 7128648"/>
                    </a:avLst>
                  </a:prstGeom>
                  <a:solidFill>
                    <a:srgbClr val="FFFF99"/>
                  </a:solidFill>
                  <a:ln>
                    <a:solidFill>
                      <a:srgbClr val="FFC000"/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ko-KR" altLang="en-US">
                      <a:solidFill>
                        <a:schemeClr val="tx1"/>
                      </a:solidFill>
                    </a:endParaRPr>
                  </a:p>
                </p:txBody>
              </p:sp>
              <p:sp>
                <p:nvSpPr>
                  <p:cNvPr id="87" name="타원 86">
                    <a:extLst>
                      <a:ext uri="{FF2B5EF4-FFF2-40B4-BE49-F238E27FC236}">
                        <a16:creationId xmlns:a16="http://schemas.microsoft.com/office/drawing/2014/main" id="{BFAECF2A-997A-001D-9E19-688E0FD91307}"/>
                      </a:ext>
                    </a:extLst>
                  </p:cNvPr>
                  <p:cNvSpPr/>
                  <p:nvPr/>
                </p:nvSpPr>
                <p:spPr>
                  <a:xfrm>
                    <a:off x="2700538" y="3819489"/>
                    <a:ext cx="133624" cy="308832"/>
                  </a:xfrm>
                  <a:prstGeom prst="ellipse">
                    <a:avLst/>
                  </a:prstGeom>
                  <a:solidFill>
                    <a:schemeClr val="accent1">
                      <a:lumMod val="60000"/>
                      <a:lumOff val="40000"/>
                    </a:schemeClr>
                  </a:solidFill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ko-KR" altLang="en-US"/>
                  </a:p>
                </p:txBody>
              </p:sp>
            </p:grpSp>
            <p:sp>
              <p:nvSpPr>
                <p:cNvPr id="72" name="이등변 삼각형 71">
                  <a:extLst>
                    <a:ext uri="{FF2B5EF4-FFF2-40B4-BE49-F238E27FC236}">
                      <a16:creationId xmlns:a16="http://schemas.microsoft.com/office/drawing/2014/main" id="{CC6177DD-6A89-55DD-5B00-2AE8D5CC97E1}"/>
                    </a:ext>
                  </a:extLst>
                </p:cNvPr>
                <p:cNvSpPr/>
                <p:nvPr/>
              </p:nvSpPr>
              <p:spPr>
                <a:xfrm>
                  <a:off x="1604273" y="3034142"/>
                  <a:ext cx="133052" cy="233874"/>
                </a:xfrm>
                <a:prstGeom prst="triangle">
                  <a:avLst/>
                </a:prstGeom>
                <a:solidFill>
                  <a:srgbClr val="FF0000">
                    <a:alpha val="50000"/>
                  </a:srgbClr>
                </a:solidFill>
                <a:ln>
                  <a:solidFill>
                    <a:srgbClr val="C00000">
                      <a:alpha val="50000"/>
                    </a:srgbClr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/>
                </a:p>
              </p:txBody>
            </p:sp>
            <p:sp>
              <p:nvSpPr>
                <p:cNvPr id="73" name="이등변 삼각형 72">
                  <a:extLst>
                    <a:ext uri="{FF2B5EF4-FFF2-40B4-BE49-F238E27FC236}">
                      <a16:creationId xmlns:a16="http://schemas.microsoft.com/office/drawing/2014/main" id="{C389A406-74F6-B8B1-618D-32A70DCCA541}"/>
                    </a:ext>
                  </a:extLst>
                </p:cNvPr>
                <p:cNvSpPr/>
                <p:nvPr/>
              </p:nvSpPr>
              <p:spPr>
                <a:xfrm>
                  <a:off x="2256826" y="3085083"/>
                  <a:ext cx="133052" cy="233874"/>
                </a:xfrm>
                <a:prstGeom prst="triangle">
                  <a:avLst/>
                </a:prstGeom>
                <a:solidFill>
                  <a:srgbClr val="FF0000"/>
                </a:solidFill>
                <a:ln>
                  <a:solidFill>
                    <a:srgbClr val="C00000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/>
                </a:p>
              </p:txBody>
            </p:sp>
            <p:cxnSp>
              <p:nvCxnSpPr>
                <p:cNvPr id="74" name="직선 화살표 연결선 73">
                  <a:extLst>
                    <a:ext uri="{FF2B5EF4-FFF2-40B4-BE49-F238E27FC236}">
                      <a16:creationId xmlns:a16="http://schemas.microsoft.com/office/drawing/2014/main" id="{F7909D26-4BB3-FD5D-C3AD-3083E34D7043}"/>
                    </a:ext>
                  </a:extLst>
                </p:cNvPr>
                <p:cNvCxnSpPr>
                  <a:cxnSpLocks/>
                  <a:stCxn id="72" idx="5"/>
                </p:cNvCxnSpPr>
                <p:nvPr/>
              </p:nvCxnSpPr>
              <p:spPr>
                <a:xfrm>
                  <a:off x="1704062" y="3151079"/>
                  <a:ext cx="586027" cy="31208"/>
                </a:xfrm>
                <a:prstGeom prst="straightConnector1">
                  <a:avLst/>
                </a:prstGeom>
                <a:ln w="28575">
                  <a:solidFill>
                    <a:schemeClr val="tx1"/>
                  </a:solidFill>
                  <a:tailEnd type="triangle"/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75" name="이등변 삼각형 74">
                  <a:extLst>
                    <a:ext uri="{FF2B5EF4-FFF2-40B4-BE49-F238E27FC236}">
                      <a16:creationId xmlns:a16="http://schemas.microsoft.com/office/drawing/2014/main" id="{707D814B-63C1-78F9-05A3-97B1C2F45FDD}"/>
                    </a:ext>
                  </a:extLst>
                </p:cNvPr>
                <p:cNvSpPr/>
                <p:nvPr/>
              </p:nvSpPr>
              <p:spPr>
                <a:xfrm flipH="1">
                  <a:off x="4178936" y="2337029"/>
                  <a:ext cx="133052" cy="233874"/>
                </a:xfrm>
                <a:prstGeom prst="triangle">
                  <a:avLst/>
                </a:prstGeom>
                <a:solidFill>
                  <a:srgbClr val="FF0000">
                    <a:alpha val="50000"/>
                  </a:srgbClr>
                </a:solidFill>
                <a:ln>
                  <a:solidFill>
                    <a:srgbClr val="C00000">
                      <a:alpha val="50000"/>
                    </a:srgbClr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/>
                </a:p>
              </p:txBody>
            </p:sp>
            <p:sp>
              <p:nvSpPr>
                <p:cNvPr id="76" name="이등변 삼각형 75">
                  <a:extLst>
                    <a:ext uri="{FF2B5EF4-FFF2-40B4-BE49-F238E27FC236}">
                      <a16:creationId xmlns:a16="http://schemas.microsoft.com/office/drawing/2014/main" id="{3C60A939-3A6D-ADC1-D76B-24563377F89A}"/>
                    </a:ext>
                  </a:extLst>
                </p:cNvPr>
                <p:cNvSpPr/>
                <p:nvPr/>
              </p:nvSpPr>
              <p:spPr>
                <a:xfrm flipH="1">
                  <a:off x="3495488" y="2420618"/>
                  <a:ext cx="133052" cy="233874"/>
                </a:xfrm>
                <a:prstGeom prst="triangle">
                  <a:avLst/>
                </a:prstGeom>
                <a:solidFill>
                  <a:srgbClr val="FF0000"/>
                </a:solidFill>
                <a:ln>
                  <a:solidFill>
                    <a:srgbClr val="C00000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/>
                </a:p>
              </p:txBody>
            </p:sp>
            <p:cxnSp>
              <p:nvCxnSpPr>
                <p:cNvPr id="77" name="직선 화살표 연결선 76">
                  <a:extLst>
                    <a:ext uri="{FF2B5EF4-FFF2-40B4-BE49-F238E27FC236}">
                      <a16:creationId xmlns:a16="http://schemas.microsoft.com/office/drawing/2014/main" id="{61C82D4B-557E-E508-261F-E0ACD1A58571}"/>
                    </a:ext>
                  </a:extLst>
                </p:cNvPr>
                <p:cNvCxnSpPr>
                  <a:cxnSpLocks/>
                  <a:stCxn id="75" idx="5"/>
                  <a:endCxn id="76" idx="1"/>
                </p:cNvCxnSpPr>
                <p:nvPr/>
              </p:nvCxnSpPr>
              <p:spPr>
                <a:xfrm flipH="1">
                  <a:off x="3595277" y="2453966"/>
                  <a:ext cx="616922" cy="83589"/>
                </a:xfrm>
                <a:prstGeom prst="straightConnector1">
                  <a:avLst/>
                </a:prstGeom>
                <a:ln w="28575">
                  <a:solidFill>
                    <a:schemeClr val="tx1"/>
                  </a:solidFill>
                  <a:tailEnd type="triangle"/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78" name="직선 화살표 연결선 77">
                  <a:extLst>
                    <a:ext uri="{FF2B5EF4-FFF2-40B4-BE49-F238E27FC236}">
                      <a16:creationId xmlns:a16="http://schemas.microsoft.com/office/drawing/2014/main" id="{C61447E6-598D-CA1B-6141-12ACCF12738B}"/>
                    </a:ext>
                  </a:extLst>
                </p:cNvPr>
                <p:cNvCxnSpPr>
                  <a:cxnSpLocks/>
                  <a:stCxn id="73" idx="3"/>
                  <a:endCxn id="87" idx="1"/>
                </p:cNvCxnSpPr>
                <p:nvPr/>
              </p:nvCxnSpPr>
              <p:spPr>
                <a:xfrm>
                  <a:off x="2323352" y="3318957"/>
                  <a:ext cx="396755" cy="545759"/>
                </a:xfrm>
                <a:prstGeom prst="straightConnector1">
                  <a:avLst/>
                </a:prstGeom>
                <a:ln>
                  <a:headEnd type="triangle"/>
                  <a:tailEnd type="triangle"/>
                </a:ln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  <p:grpSp>
              <p:nvGrpSpPr>
                <p:cNvPr id="79" name="그룹 78">
                  <a:extLst>
                    <a:ext uri="{FF2B5EF4-FFF2-40B4-BE49-F238E27FC236}">
                      <a16:creationId xmlns:a16="http://schemas.microsoft.com/office/drawing/2014/main" id="{370C064E-1098-4A66-148C-5B46F97BE017}"/>
                    </a:ext>
                  </a:extLst>
                </p:cNvPr>
                <p:cNvGrpSpPr/>
                <p:nvPr/>
              </p:nvGrpSpPr>
              <p:grpSpPr>
                <a:xfrm>
                  <a:off x="2326060" y="3358493"/>
                  <a:ext cx="466686" cy="466686"/>
                  <a:chOff x="2231169" y="3000059"/>
                  <a:chExt cx="466686" cy="466686"/>
                </a:xfrm>
              </p:grpSpPr>
              <p:pic>
                <p:nvPicPr>
                  <p:cNvPr id="84" name="그래픽 83" descr="심장 박동 단색으로 채워진">
                    <a:extLst>
                      <a:ext uri="{FF2B5EF4-FFF2-40B4-BE49-F238E27FC236}">
                        <a16:creationId xmlns:a16="http://schemas.microsoft.com/office/drawing/2014/main" id="{9810C0B6-C81E-29C3-779B-2201E29F3A33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>
                  <a:blip>
                    <a:extLst>
                      <a:ext uri="{96DAC541-7B7A-43D3-8B79-37D633B846F1}">
                        <asvg:svgBlip xmlns:asvg="http://schemas.microsoft.com/office/drawing/2016/SVG/main" r:embed="rId3"/>
                      </a:ext>
                    </a:extLst>
                  </a:blip>
                  <a:stretch>
                    <a:fillRect/>
                  </a:stretch>
                </p:blipFill>
                <p:spPr>
                  <a:xfrm>
                    <a:off x="2231169" y="3000059"/>
                    <a:ext cx="466686" cy="466686"/>
                  </a:xfrm>
                  <a:prstGeom prst="rect">
                    <a:avLst/>
                  </a:prstGeom>
                </p:spPr>
              </p:pic>
              <p:cxnSp>
                <p:nvCxnSpPr>
                  <p:cNvPr id="85" name="직선 화살표 연결선 84">
                    <a:extLst>
                      <a:ext uri="{FF2B5EF4-FFF2-40B4-BE49-F238E27FC236}">
                        <a16:creationId xmlns:a16="http://schemas.microsoft.com/office/drawing/2014/main" id="{74AA77D9-DD04-C437-E694-9AD40C93B60F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flipV="1">
                    <a:off x="2586832" y="3022474"/>
                    <a:ext cx="0" cy="364642"/>
                  </a:xfrm>
                  <a:prstGeom prst="straightConnector1">
                    <a:avLst/>
                  </a:prstGeom>
                  <a:ln w="57150">
                    <a:solidFill>
                      <a:srgbClr val="FF0000"/>
                    </a:solidFill>
                    <a:tailEnd type="triangle"/>
                  </a:ln>
                </p:spPr>
                <p:style>
                  <a:lnRef idx="2">
                    <a:schemeClr val="accent1"/>
                  </a:lnRef>
                  <a:fillRef idx="0">
                    <a:schemeClr val="accent1"/>
                  </a:fillRef>
                  <a:effectRef idx="1">
                    <a:schemeClr val="accent1"/>
                  </a:effectRef>
                  <a:fontRef idx="minor">
                    <a:schemeClr val="tx1"/>
                  </a:fontRef>
                </p:style>
              </p:cxnSp>
            </p:grpSp>
            <p:cxnSp>
              <p:nvCxnSpPr>
                <p:cNvPr id="80" name="직선 화살표 연결선 79">
                  <a:extLst>
                    <a:ext uri="{FF2B5EF4-FFF2-40B4-BE49-F238E27FC236}">
                      <a16:creationId xmlns:a16="http://schemas.microsoft.com/office/drawing/2014/main" id="{3B99107F-2747-3170-1C5A-B2FE0814FA45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>
                  <a:off x="2814593" y="2654492"/>
                  <a:ext cx="747421" cy="1210224"/>
                </a:xfrm>
                <a:prstGeom prst="straightConnector1">
                  <a:avLst/>
                </a:prstGeom>
                <a:ln>
                  <a:headEnd type="triangle"/>
                  <a:tailEnd type="triangle"/>
                </a:ln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  <p:grpSp>
              <p:nvGrpSpPr>
                <p:cNvPr id="81" name="그룹 80">
                  <a:extLst>
                    <a:ext uri="{FF2B5EF4-FFF2-40B4-BE49-F238E27FC236}">
                      <a16:creationId xmlns:a16="http://schemas.microsoft.com/office/drawing/2014/main" id="{17DD6698-F3F3-9973-176E-48E6726120F9}"/>
                    </a:ext>
                  </a:extLst>
                </p:cNvPr>
                <p:cNvGrpSpPr/>
                <p:nvPr/>
              </p:nvGrpSpPr>
              <p:grpSpPr>
                <a:xfrm>
                  <a:off x="2954960" y="3026261"/>
                  <a:ext cx="466686" cy="466686"/>
                  <a:chOff x="2231169" y="3000059"/>
                  <a:chExt cx="466686" cy="466686"/>
                </a:xfrm>
              </p:grpSpPr>
              <p:pic>
                <p:nvPicPr>
                  <p:cNvPr id="82" name="그래픽 81" descr="심장 박동 단색으로 채워진">
                    <a:extLst>
                      <a:ext uri="{FF2B5EF4-FFF2-40B4-BE49-F238E27FC236}">
                        <a16:creationId xmlns:a16="http://schemas.microsoft.com/office/drawing/2014/main" id="{D994C36B-0C4E-4E0B-D047-992DDA5AAF51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>
                  <a:blip>
                    <a:extLst>
                      <a:ext uri="{96DAC541-7B7A-43D3-8B79-37D633B846F1}">
                        <asvg:svgBlip xmlns:asvg="http://schemas.microsoft.com/office/drawing/2016/SVG/main" r:embed="rId3"/>
                      </a:ext>
                    </a:extLst>
                  </a:blip>
                  <a:stretch>
                    <a:fillRect/>
                  </a:stretch>
                </p:blipFill>
                <p:spPr>
                  <a:xfrm>
                    <a:off x="2231169" y="3000059"/>
                    <a:ext cx="466686" cy="466686"/>
                  </a:xfrm>
                  <a:prstGeom prst="rect">
                    <a:avLst/>
                  </a:prstGeom>
                </p:spPr>
              </p:pic>
              <p:cxnSp>
                <p:nvCxnSpPr>
                  <p:cNvPr id="83" name="직선 화살표 연결선 82">
                    <a:extLst>
                      <a:ext uri="{FF2B5EF4-FFF2-40B4-BE49-F238E27FC236}">
                        <a16:creationId xmlns:a16="http://schemas.microsoft.com/office/drawing/2014/main" id="{61550839-287C-5EFF-6CAF-0EF346644F70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flipV="1">
                    <a:off x="2586832" y="3233402"/>
                    <a:ext cx="0" cy="153714"/>
                  </a:xfrm>
                  <a:prstGeom prst="straightConnector1">
                    <a:avLst/>
                  </a:prstGeom>
                  <a:ln w="19050">
                    <a:solidFill>
                      <a:srgbClr val="FF0000"/>
                    </a:solidFill>
                    <a:tailEnd type="triangle"/>
                  </a:ln>
                </p:spPr>
                <p:style>
                  <a:lnRef idx="2">
                    <a:schemeClr val="accent1"/>
                  </a:lnRef>
                  <a:fillRef idx="0">
                    <a:schemeClr val="accent1"/>
                  </a:fillRef>
                  <a:effectRef idx="1">
                    <a:schemeClr val="accent1"/>
                  </a:effectRef>
                  <a:fontRef idx="minor">
                    <a:schemeClr val="tx1"/>
                  </a:fontRef>
                </p:style>
              </p:cxnSp>
            </p:grpSp>
          </p:grpSp>
        </p:grpSp>
        <p:pic>
          <p:nvPicPr>
            <p:cNvPr id="121" name="그래픽 120" descr="심장 박동 단색으로 채워진">
              <a:extLst>
                <a:ext uri="{FF2B5EF4-FFF2-40B4-BE49-F238E27FC236}">
                  <a16:creationId xmlns:a16="http://schemas.microsoft.com/office/drawing/2014/main" id="{CD7EA242-5DC5-A77A-C02B-88478D2A3793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245933" y="2128666"/>
              <a:ext cx="1597472" cy="1597472"/>
            </a:xfrm>
            <a:prstGeom prst="rect">
              <a:avLst/>
            </a:prstGeom>
          </p:spPr>
        </p:pic>
      </p:grpSp>
      <p:sp>
        <p:nvSpPr>
          <p:cNvPr id="140" name="TextBox 139">
            <a:extLst>
              <a:ext uri="{FF2B5EF4-FFF2-40B4-BE49-F238E27FC236}">
                <a16:creationId xmlns:a16="http://schemas.microsoft.com/office/drawing/2014/main" id="{4EC14DDC-EBE2-F84C-C357-D238A1DED096}"/>
              </a:ext>
            </a:extLst>
          </p:cNvPr>
          <p:cNvSpPr txBox="1"/>
          <p:nvPr/>
        </p:nvSpPr>
        <p:spPr>
          <a:xfrm>
            <a:off x="9306005" y="4074044"/>
            <a:ext cx="2113079" cy="128528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ko-KR" altLang="en-US" dirty="0"/>
              <a:t>거리기반 심박수에</a:t>
            </a:r>
            <a:endParaRPr lang="en-US" altLang="ko-KR" dirty="0"/>
          </a:p>
          <a:p>
            <a:pPr algn="ctr">
              <a:lnSpc>
                <a:spcPct val="150000"/>
              </a:lnSpc>
            </a:pPr>
            <a:r>
              <a:rPr lang="ko-KR" altLang="en-US" dirty="0"/>
              <a:t>조우기반 심박수가</a:t>
            </a:r>
            <a:endParaRPr lang="en-US" altLang="ko-KR" dirty="0"/>
          </a:p>
          <a:p>
            <a:pPr algn="ctr">
              <a:lnSpc>
                <a:spcPct val="150000"/>
              </a:lnSpc>
            </a:pPr>
            <a:r>
              <a:rPr lang="ko-KR" altLang="en-US" dirty="0"/>
              <a:t>더해지는 방식</a:t>
            </a:r>
          </a:p>
        </p:txBody>
      </p:sp>
      <p:sp>
        <p:nvSpPr>
          <p:cNvPr id="141" name="TextBox 140">
            <a:extLst>
              <a:ext uri="{FF2B5EF4-FFF2-40B4-BE49-F238E27FC236}">
                <a16:creationId xmlns:a16="http://schemas.microsoft.com/office/drawing/2014/main" id="{B654827B-949D-5137-7D93-0D7CAEAACE00}"/>
              </a:ext>
            </a:extLst>
          </p:cNvPr>
          <p:cNvSpPr txBox="1"/>
          <p:nvPr/>
        </p:nvSpPr>
        <p:spPr>
          <a:xfrm>
            <a:off x="899057" y="2138779"/>
            <a:ext cx="348204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dirty="0"/>
              <a:t>거리기반 심박수</a:t>
            </a:r>
            <a:r>
              <a:rPr lang="en-US" altLang="ko-KR" dirty="0"/>
              <a:t>: </a:t>
            </a:r>
            <a:r>
              <a:rPr lang="ko-KR" altLang="en-US" dirty="0"/>
              <a:t>지속적인</a:t>
            </a:r>
            <a:r>
              <a:rPr lang="en-US" altLang="ko-KR" dirty="0"/>
              <a:t> </a:t>
            </a:r>
            <a:r>
              <a:rPr lang="ko-KR" altLang="en-US" dirty="0"/>
              <a:t>유지</a:t>
            </a:r>
          </a:p>
        </p:txBody>
      </p:sp>
      <p:sp>
        <p:nvSpPr>
          <p:cNvPr id="143" name="TextBox 142">
            <a:extLst>
              <a:ext uri="{FF2B5EF4-FFF2-40B4-BE49-F238E27FC236}">
                <a16:creationId xmlns:a16="http://schemas.microsoft.com/office/drawing/2014/main" id="{9DD9B48C-AF66-2586-932B-6D32F97A420C}"/>
              </a:ext>
            </a:extLst>
          </p:cNvPr>
          <p:cNvSpPr txBox="1"/>
          <p:nvPr/>
        </p:nvSpPr>
        <p:spPr>
          <a:xfrm>
            <a:off x="899057" y="4543843"/>
            <a:ext cx="348204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dirty="0"/>
              <a:t>조우기반 심박수</a:t>
            </a:r>
            <a:r>
              <a:rPr lang="en-US" altLang="ko-KR" dirty="0"/>
              <a:t>: </a:t>
            </a:r>
            <a:r>
              <a:rPr lang="ko-KR" altLang="en-US" dirty="0"/>
              <a:t>일시적인 변화</a:t>
            </a:r>
          </a:p>
        </p:txBody>
      </p:sp>
      <p:sp>
        <p:nvSpPr>
          <p:cNvPr id="145" name="TextBox 144">
            <a:extLst>
              <a:ext uri="{FF2B5EF4-FFF2-40B4-BE49-F238E27FC236}">
                <a16:creationId xmlns:a16="http://schemas.microsoft.com/office/drawing/2014/main" id="{2E0AD864-34CF-0788-D323-1F6E478A0482}"/>
              </a:ext>
            </a:extLst>
          </p:cNvPr>
          <p:cNvSpPr txBox="1"/>
          <p:nvPr/>
        </p:nvSpPr>
        <p:spPr>
          <a:xfrm>
            <a:off x="8985404" y="5398793"/>
            <a:ext cx="278794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800" dirty="0"/>
              <a:t>그래서 조우기반 심박수는</a:t>
            </a:r>
            <a:r>
              <a:rPr lang="en-US" altLang="ko-KR" sz="800" dirty="0"/>
              <a:t> +30</a:t>
            </a:r>
            <a:r>
              <a:rPr lang="ko-KR" altLang="en-US" sz="800" dirty="0"/>
              <a:t>정도만 들어가지 않을까</a:t>
            </a:r>
            <a:r>
              <a:rPr lang="en-US" altLang="ko-KR" sz="800" dirty="0"/>
              <a:t>?</a:t>
            </a:r>
          </a:p>
          <a:p>
            <a:r>
              <a:rPr lang="ko-KR" altLang="en-US" sz="800" dirty="0"/>
              <a:t>거리기반 최대 </a:t>
            </a:r>
            <a:r>
              <a:rPr lang="en-US" altLang="ko-KR" sz="800" dirty="0"/>
              <a:t>120 + </a:t>
            </a:r>
            <a:r>
              <a:rPr lang="ko-KR" altLang="en-US" sz="800" dirty="0"/>
              <a:t>조우기반 최대 </a:t>
            </a:r>
            <a:r>
              <a:rPr lang="en-US" altLang="ko-KR" sz="800" dirty="0"/>
              <a:t>30 = </a:t>
            </a:r>
            <a:r>
              <a:rPr lang="ko-KR" altLang="en-US" sz="800" dirty="0"/>
              <a:t>최종 최대 </a:t>
            </a:r>
            <a:r>
              <a:rPr lang="en-US" altLang="ko-KR" sz="800" dirty="0"/>
              <a:t>150</a:t>
            </a:r>
            <a:br>
              <a:rPr lang="en-US" altLang="ko-KR" sz="800" dirty="0"/>
            </a:br>
            <a:r>
              <a:rPr lang="ko-KR" altLang="en-US" sz="800" dirty="0"/>
              <a:t>이런 </a:t>
            </a:r>
            <a:r>
              <a:rPr lang="ko-KR" altLang="en-US" sz="800" dirty="0" err="1"/>
              <a:t>느낌쓰</a:t>
            </a:r>
            <a:endParaRPr lang="ko-KR" altLang="en-US" sz="800" dirty="0"/>
          </a:p>
        </p:txBody>
      </p:sp>
    </p:spTree>
    <p:extLst>
      <p:ext uri="{BB962C8B-B14F-4D97-AF65-F5344CB8AC3E}">
        <p14:creationId xmlns:p14="http://schemas.microsoft.com/office/powerpoint/2010/main" val="262538635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6A20B91-C4C2-2CE0-C936-7C6603BFAF0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수식으로 표현</a:t>
            </a:r>
            <a:br>
              <a:rPr lang="en-US" altLang="ko-KR" dirty="0"/>
            </a:br>
            <a:r>
              <a:rPr lang="en-US" altLang="ko-KR" sz="1800" dirty="0"/>
              <a:t>codex</a:t>
            </a:r>
            <a:r>
              <a:rPr lang="ko-KR" altLang="en-US" sz="1800" dirty="0"/>
              <a:t>에 </a:t>
            </a:r>
            <a:r>
              <a:rPr lang="ko-KR" altLang="en-US" sz="1800" dirty="0" err="1"/>
              <a:t>던진거라</a:t>
            </a:r>
            <a:r>
              <a:rPr lang="ko-KR" altLang="en-US" sz="1800" dirty="0"/>
              <a:t> 맹신</a:t>
            </a:r>
            <a:r>
              <a:rPr lang="en-US" altLang="ko-KR" sz="1800" dirty="0"/>
              <a:t>X </a:t>
            </a:r>
            <a:r>
              <a:rPr lang="ko-KR" altLang="en-US" sz="1800" dirty="0"/>
              <a:t>애매하다 싶으면 연락 </a:t>
            </a:r>
            <a:r>
              <a:rPr lang="ko-KR" altLang="en-US" sz="1800" dirty="0" err="1"/>
              <a:t>ㄱ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DBDA4DBA-9AA4-B343-7039-38D214772C4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78336" y="1825625"/>
            <a:ext cx="3848100" cy="4351338"/>
          </a:xfrm>
        </p:spPr>
        <p:txBody>
          <a:bodyPr>
            <a:normAutofit fontScale="25000" lnSpcReduction="20000"/>
          </a:bodyPr>
          <a:lstStyle/>
          <a:p>
            <a:r>
              <a:rPr lang="en-US" altLang="ko-KR" b="1" dirty="0"/>
              <a:t>Codex</a:t>
            </a:r>
            <a:r>
              <a:rPr lang="ko-KR" altLang="en-US" b="1" dirty="0"/>
              <a:t> 전달용</a:t>
            </a:r>
            <a:endParaRPr lang="en-US" altLang="ko-KR" b="1" dirty="0"/>
          </a:p>
          <a:p>
            <a:r>
              <a:rPr lang="ko-KR" altLang="ko-KR" b="1" dirty="0"/>
              <a:t>최종 심박수와 구성 수식</a:t>
            </a:r>
            <a:br>
              <a:rPr lang="en-US" altLang="ko-KR" b="1" dirty="0"/>
            </a:br>
            <a:r>
              <a:rPr lang="ko-KR" altLang="ko-KR" dirty="0"/>
              <a:t>\[ \</a:t>
            </a:r>
            <a:r>
              <a:rPr lang="ko-KR" altLang="ko-KR" dirty="0" err="1"/>
              <a:t>boxed</a:t>
            </a:r>
            <a:r>
              <a:rPr lang="ko-KR" altLang="ko-KR" dirty="0"/>
              <a:t>{\</a:t>
            </a:r>
            <a:r>
              <a:rPr lang="ko-KR" altLang="ko-KR" dirty="0" err="1"/>
              <a:t>mathrm</a:t>
            </a:r>
            <a:r>
              <a:rPr lang="ko-KR" altLang="ko-KR" dirty="0"/>
              <a:t>{BPM}(</a:t>
            </a:r>
            <a:r>
              <a:rPr lang="ko-KR" altLang="ko-KR" dirty="0" err="1"/>
              <a:t>t</a:t>
            </a:r>
            <a:r>
              <a:rPr lang="ko-KR" altLang="ko-KR" dirty="0"/>
              <a:t>)=B_0+D(</a:t>
            </a:r>
            <a:r>
              <a:rPr lang="ko-KR" altLang="ko-KR" dirty="0" err="1"/>
              <a:t>t</a:t>
            </a:r>
            <a:r>
              <a:rPr lang="ko-KR" altLang="ko-KR" dirty="0"/>
              <a:t>)+</a:t>
            </a:r>
            <a:r>
              <a:rPr lang="ko-KR" altLang="ko-KR" dirty="0" err="1"/>
              <a:t>E</a:t>
            </a:r>
            <a:r>
              <a:rPr lang="ko-KR" altLang="ko-KR" dirty="0"/>
              <a:t>(</a:t>
            </a:r>
            <a:r>
              <a:rPr lang="ko-KR" altLang="ko-KR" dirty="0" err="1"/>
              <a:t>t</a:t>
            </a:r>
            <a:r>
              <a:rPr lang="ko-KR" altLang="ko-KR" dirty="0"/>
              <a:t>)} \]</a:t>
            </a:r>
          </a:p>
          <a:p>
            <a:r>
              <a:rPr lang="ko-KR" altLang="ko-KR" b="1" dirty="0"/>
              <a:t>① 기본 심박수</a:t>
            </a:r>
            <a:br>
              <a:rPr lang="en-US" altLang="ko-KR" b="1" dirty="0"/>
            </a:br>
            <a:r>
              <a:rPr lang="ko-KR" altLang="ko-KR" dirty="0"/>
              <a:t>\[ \</a:t>
            </a:r>
            <a:r>
              <a:rPr lang="ko-KR" altLang="ko-KR" dirty="0" err="1"/>
              <a:t>boxed</a:t>
            </a:r>
            <a:r>
              <a:rPr lang="ko-KR" altLang="ko-KR" dirty="0"/>
              <a:t>{B_0=</a:t>
            </a:r>
            <a:r>
              <a:rPr lang="ko-KR" altLang="ko-KR" dirty="0" err="1"/>
              <a:t>B</a:t>
            </a:r>
            <a:r>
              <a:rPr lang="ko-KR" altLang="ko-KR" dirty="0"/>
              <a:t>_{\</a:t>
            </a:r>
            <a:r>
              <a:rPr lang="ko-KR" altLang="ko-KR" dirty="0" err="1"/>
              <a:t>mathrm</a:t>
            </a:r>
            <a:r>
              <a:rPr lang="ko-KR" altLang="ko-KR" dirty="0"/>
              <a:t>{</a:t>
            </a:r>
            <a:r>
              <a:rPr lang="ko-KR" altLang="ko-KR" dirty="0" err="1"/>
              <a:t>base</a:t>
            </a:r>
            <a:r>
              <a:rPr lang="ko-KR" altLang="ko-KR" dirty="0"/>
              <a:t>}}\</a:t>
            </a:r>
            <a:r>
              <a:rPr lang="ko-KR" altLang="ko-KR" dirty="0" err="1"/>
              <a:t>quad</a:t>
            </a:r>
            <a:r>
              <a:rPr lang="ko-KR" altLang="ko-KR" dirty="0"/>
              <a:t>\</a:t>
            </a:r>
            <a:r>
              <a:rPr lang="ko-KR" altLang="ko-KR" dirty="0" err="1"/>
              <a:t>text</a:t>
            </a:r>
            <a:r>
              <a:rPr lang="ko-KR" altLang="ko-KR" dirty="0"/>
              <a:t>{(설정한 기본 BPM 상수)}} \]</a:t>
            </a:r>
          </a:p>
          <a:p>
            <a:r>
              <a:rPr lang="ko-KR" altLang="ko-KR" b="1" dirty="0"/>
              <a:t>② 거리 기반 증가량 — 상승 즉시, 감소는 유예 후</a:t>
            </a:r>
            <a:br>
              <a:rPr lang="en-US" altLang="ko-KR" b="1" dirty="0"/>
            </a:br>
            <a:r>
              <a:rPr lang="ko-KR" altLang="ko-KR" dirty="0"/>
              <a:t>\[ </a:t>
            </a:r>
            <a:r>
              <a:rPr lang="ko-KR" altLang="ko-KR" dirty="0" err="1"/>
              <a:t>q_D</a:t>
            </a:r>
            <a:r>
              <a:rPr lang="ko-KR" altLang="ko-KR" dirty="0"/>
              <a:t>(</a:t>
            </a:r>
            <a:r>
              <a:rPr lang="ko-KR" altLang="ko-KR" dirty="0" err="1"/>
              <a:t>d</a:t>
            </a:r>
            <a:r>
              <a:rPr lang="ko-KR" altLang="ko-KR" dirty="0"/>
              <a:t>)=\</a:t>
            </a:r>
            <a:r>
              <a:rPr lang="ko-KR" altLang="ko-KR" dirty="0" err="1"/>
              <a:t>operatorname</a:t>
            </a:r>
            <a:r>
              <a:rPr lang="ko-KR" altLang="ko-KR" dirty="0"/>
              <a:t>{</a:t>
            </a:r>
            <a:r>
              <a:rPr lang="ko-KR" altLang="ko-KR" dirty="0" err="1"/>
              <a:t>clamp</a:t>
            </a:r>
            <a:r>
              <a:rPr lang="ko-KR" altLang="ko-KR" dirty="0"/>
              <a:t>} \</a:t>
            </a:r>
            <a:r>
              <a:rPr lang="ko-KR" altLang="ko-KR" dirty="0" err="1"/>
              <a:t>left</a:t>
            </a:r>
            <a:r>
              <a:rPr lang="ko-KR" altLang="ko-KR" dirty="0"/>
              <a:t>(\</a:t>
            </a:r>
            <a:r>
              <a:rPr lang="ko-KR" altLang="ko-KR" dirty="0" err="1"/>
              <a:t>frac</a:t>
            </a:r>
            <a:r>
              <a:rPr lang="ko-KR" altLang="ko-KR" dirty="0"/>
              <a:t>{</a:t>
            </a:r>
            <a:r>
              <a:rPr lang="ko-KR" altLang="ko-KR" dirty="0" err="1"/>
              <a:t>d</a:t>
            </a:r>
            <a:r>
              <a:rPr lang="ko-KR" altLang="ko-KR" dirty="0"/>
              <a:t>_{</a:t>
            </a:r>
            <a:r>
              <a:rPr lang="ko-KR" altLang="ko-KR" dirty="0" err="1"/>
              <a:t>D</a:t>
            </a:r>
            <a:r>
              <a:rPr lang="ko-KR" altLang="ko-KR" dirty="0"/>
              <a:t>,\</a:t>
            </a:r>
            <a:r>
              <a:rPr lang="ko-KR" altLang="ko-KR" dirty="0" err="1"/>
              <a:t>mathrm</a:t>
            </a:r>
            <a:r>
              <a:rPr lang="ko-KR" altLang="ko-KR" dirty="0"/>
              <a:t>{</a:t>
            </a:r>
            <a:r>
              <a:rPr lang="ko-KR" altLang="ko-KR" dirty="0" err="1"/>
              <a:t>far</a:t>
            </a:r>
            <a:r>
              <a:rPr lang="ko-KR" altLang="ko-KR" dirty="0"/>
              <a:t>}}-</a:t>
            </a:r>
            <a:r>
              <a:rPr lang="ko-KR" altLang="ko-KR" dirty="0" err="1"/>
              <a:t>d</a:t>
            </a:r>
            <a:r>
              <a:rPr lang="ko-KR" altLang="ko-KR" dirty="0"/>
              <a:t>}{</a:t>
            </a:r>
            <a:r>
              <a:rPr lang="ko-KR" altLang="ko-KR" dirty="0" err="1"/>
              <a:t>d</a:t>
            </a:r>
            <a:r>
              <a:rPr lang="ko-KR" altLang="ko-KR" dirty="0"/>
              <a:t>_{</a:t>
            </a:r>
            <a:r>
              <a:rPr lang="ko-KR" altLang="ko-KR" dirty="0" err="1"/>
              <a:t>D</a:t>
            </a:r>
            <a:r>
              <a:rPr lang="ko-KR" altLang="ko-KR" dirty="0"/>
              <a:t>,\</a:t>
            </a:r>
            <a:r>
              <a:rPr lang="ko-KR" altLang="ko-KR" dirty="0" err="1"/>
              <a:t>mathrm</a:t>
            </a:r>
            <a:r>
              <a:rPr lang="ko-KR" altLang="ko-KR" dirty="0"/>
              <a:t>{</a:t>
            </a:r>
            <a:r>
              <a:rPr lang="ko-KR" altLang="ko-KR" dirty="0" err="1"/>
              <a:t>far</a:t>
            </a:r>
            <a:r>
              <a:rPr lang="ko-KR" altLang="ko-KR" dirty="0"/>
              <a:t>}}-</a:t>
            </a:r>
            <a:r>
              <a:rPr lang="ko-KR" altLang="ko-KR" dirty="0" err="1"/>
              <a:t>d</a:t>
            </a:r>
            <a:r>
              <a:rPr lang="ko-KR" altLang="ko-KR" dirty="0"/>
              <a:t>_{</a:t>
            </a:r>
            <a:r>
              <a:rPr lang="ko-KR" altLang="ko-KR" dirty="0" err="1"/>
              <a:t>D</a:t>
            </a:r>
            <a:r>
              <a:rPr lang="ko-KR" altLang="ko-KR" dirty="0"/>
              <a:t>,\</a:t>
            </a:r>
            <a:r>
              <a:rPr lang="ko-KR" altLang="ko-KR" dirty="0" err="1"/>
              <a:t>mathrm</a:t>
            </a:r>
            <a:r>
              <a:rPr lang="ko-KR" altLang="ko-KR" dirty="0"/>
              <a:t>{</a:t>
            </a:r>
            <a:r>
              <a:rPr lang="ko-KR" altLang="ko-KR" dirty="0" err="1"/>
              <a:t>near</a:t>
            </a:r>
            <a:r>
              <a:rPr lang="ko-KR" altLang="ko-KR" dirty="0"/>
              <a:t>}}},0,1\</a:t>
            </a:r>
            <a:r>
              <a:rPr lang="ko-KR" altLang="ko-KR" dirty="0" err="1"/>
              <a:t>right</a:t>
            </a:r>
            <a:r>
              <a:rPr lang="ko-KR" altLang="ko-KR" dirty="0"/>
              <a:t>), \</a:t>
            </a:r>
            <a:r>
              <a:rPr lang="ko-KR" altLang="ko-KR" dirty="0" err="1"/>
              <a:t>qquad</a:t>
            </a:r>
            <a:r>
              <a:rPr lang="ko-KR" altLang="ko-KR" dirty="0"/>
              <a:t> </a:t>
            </a:r>
            <a:r>
              <a:rPr lang="ko-KR" altLang="ko-KR" dirty="0" err="1"/>
              <a:t>D</a:t>
            </a:r>
            <a:r>
              <a:rPr lang="ko-KR" altLang="ko-KR" dirty="0"/>
              <a:t>_{\</a:t>
            </a:r>
            <a:r>
              <a:rPr lang="ko-KR" altLang="ko-KR" dirty="0" err="1"/>
              <a:t>mathrm</a:t>
            </a:r>
            <a:r>
              <a:rPr lang="ko-KR" altLang="ko-KR" dirty="0"/>
              <a:t>{</a:t>
            </a:r>
            <a:r>
              <a:rPr lang="ko-KR" altLang="ko-KR" dirty="0" err="1"/>
              <a:t>target</a:t>
            </a:r>
            <a:r>
              <a:rPr lang="ko-KR" altLang="ko-KR" dirty="0"/>
              <a:t>}}=\</a:t>
            </a:r>
            <a:r>
              <a:rPr lang="ko-KR" altLang="ko-KR" dirty="0" err="1"/>
              <a:t>max_i</a:t>
            </a:r>
            <a:r>
              <a:rPr lang="ko-KR" altLang="ko-KR" dirty="0"/>
              <a:t>\!\</a:t>
            </a:r>
            <a:r>
              <a:rPr lang="ko-KR" altLang="ko-KR" dirty="0" err="1"/>
              <a:t>left</a:t>
            </a:r>
            <a:r>
              <a:rPr lang="ko-KR" altLang="ko-KR" dirty="0"/>
              <a:t>[</a:t>
            </a:r>
            <a:r>
              <a:rPr lang="ko-KR" altLang="ko-KR" dirty="0" err="1"/>
              <a:t>w_iA_Dq_D</a:t>
            </a:r>
            <a:r>
              <a:rPr lang="ko-KR" altLang="ko-KR" dirty="0"/>
              <a:t>(</a:t>
            </a:r>
            <a:r>
              <a:rPr lang="ko-KR" altLang="ko-KR" dirty="0" err="1"/>
              <a:t>d_i</a:t>
            </a:r>
            <a:r>
              <a:rPr lang="ko-KR" altLang="ko-KR" dirty="0"/>
              <a:t>)\</a:t>
            </a:r>
            <a:r>
              <a:rPr lang="ko-KR" altLang="ko-KR" dirty="0" err="1"/>
              <a:t>right</a:t>
            </a:r>
            <a:r>
              <a:rPr lang="ko-KR" altLang="ko-KR" dirty="0"/>
              <a:t>] \]\[ \</a:t>
            </a:r>
            <a:r>
              <a:rPr lang="ko-KR" altLang="ko-KR" dirty="0" err="1"/>
              <a:t>boxed</a:t>
            </a:r>
            <a:r>
              <a:rPr lang="ko-KR" altLang="ko-KR" dirty="0"/>
              <a:t>{ </a:t>
            </a:r>
            <a:r>
              <a:rPr lang="ko-KR" altLang="ko-KR" dirty="0" err="1"/>
              <a:t>D</a:t>
            </a:r>
            <a:r>
              <a:rPr lang="ko-KR" altLang="ko-KR" dirty="0"/>
              <a:t>_{\</a:t>
            </a:r>
            <a:r>
              <a:rPr lang="ko-KR" altLang="ko-KR" dirty="0" err="1"/>
              <a:t>mathrm</a:t>
            </a:r>
            <a:r>
              <a:rPr lang="ko-KR" altLang="ko-KR" dirty="0"/>
              <a:t>{</a:t>
            </a:r>
            <a:r>
              <a:rPr lang="ko-KR" altLang="ko-KR" dirty="0" err="1"/>
              <a:t>next</a:t>
            </a:r>
            <a:r>
              <a:rPr lang="ko-KR" altLang="ko-KR" dirty="0"/>
              <a:t>}}= \</a:t>
            </a:r>
            <a:r>
              <a:rPr lang="ko-KR" altLang="ko-KR" dirty="0" err="1"/>
              <a:t>begin</a:t>
            </a:r>
            <a:r>
              <a:rPr lang="ko-KR" altLang="ko-KR" dirty="0"/>
              <a:t>{</a:t>
            </a:r>
            <a:r>
              <a:rPr lang="ko-KR" altLang="ko-KR" dirty="0" err="1"/>
              <a:t>cases</a:t>
            </a:r>
            <a:r>
              <a:rPr lang="ko-KR" altLang="ko-KR" dirty="0"/>
              <a:t>} </a:t>
            </a:r>
            <a:r>
              <a:rPr lang="ko-KR" altLang="ko-KR" dirty="0" err="1"/>
              <a:t>D</a:t>
            </a:r>
            <a:r>
              <a:rPr lang="ko-KR" altLang="ko-KR" dirty="0"/>
              <a:t>_{\</a:t>
            </a:r>
            <a:r>
              <a:rPr lang="ko-KR" altLang="ko-KR" dirty="0" err="1"/>
              <a:t>mathrm</a:t>
            </a:r>
            <a:r>
              <a:rPr lang="ko-KR" altLang="ko-KR" dirty="0"/>
              <a:t>{</a:t>
            </a:r>
            <a:r>
              <a:rPr lang="ko-KR" altLang="ko-KR" dirty="0" err="1"/>
              <a:t>target</a:t>
            </a:r>
            <a:r>
              <a:rPr lang="ko-KR" altLang="ko-KR" dirty="0"/>
              <a:t>}} &amp; </a:t>
            </a:r>
            <a:r>
              <a:rPr lang="ko-KR" altLang="ko-KR" dirty="0" err="1"/>
              <a:t>D</a:t>
            </a:r>
            <a:r>
              <a:rPr lang="ko-KR" altLang="ko-KR" dirty="0"/>
              <a:t>_{\</a:t>
            </a:r>
            <a:r>
              <a:rPr lang="ko-KR" altLang="ko-KR" dirty="0" err="1"/>
              <a:t>mathrm</a:t>
            </a:r>
            <a:r>
              <a:rPr lang="ko-KR" altLang="ko-KR" dirty="0"/>
              <a:t>{</a:t>
            </a:r>
            <a:r>
              <a:rPr lang="ko-KR" altLang="ko-KR" dirty="0" err="1"/>
              <a:t>target</a:t>
            </a:r>
            <a:r>
              <a:rPr lang="ko-KR" altLang="ko-KR" dirty="0"/>
              <a:t>}}\</a:t>
            </a:r>
            <a:r>
              <a:rPr lang="ko-KR" altLang="ko-KR" dirty="0" err="1"/>
              <a:t>ge</a:t>
            </a:r>
            <a:r>
              <a:rPr lang="ko-KR" altLang="ko-KR" dirty="0"/>
              <a:t> </a:t>
            </a:r>
            <a:r>
              <a:rPr lang="ko-KR" altLang="ko-KR" dirty="0" err="1"/>
              <a:t>D</a:t>
            </a:r>
            <a:r>
              <a:rPr lang="ko-KR" altLang="ko-KR" dirty="0"/>
              <a:t>\\ </a:t>
            </a:r>
            <a:r>
              <a:rPr lang="ko-KR" altLang="ko-KR" dirty="0" err="1"/>
              <a:t>D</a:t>
            </a:r>
            <a:r>
              <a:rPr lang="ko-KR" altLang="ko-KR" dirty="0"/>
              <a:t> &amp; </a:t>
            </a:r>
            <a:r>
              <a:rPr lang="ko-KR" altLang="ko-KR" dirty="0" err="1"/>
              <a:t>D</a:t>
            </a:r>
            <a:r>
              <a:rPr lang="ko-KR" altLang="ko-KR" dirty="0"/>
              <a:t>_{\</a:t>
            </a:r>
            <a:r>
              <a:rPr lang="ko-KR" altLang="ko-KR" dirty="0" err="1"/>
              <a:t>mathrm</a:t>
            </a:r>
            <a:r>
              <a:rPr lang="ko-KR" altLang="ko-KR" dirty="0"/>
              <a:t>{</a:t>
            </a:r>
            <a:r>
              <a:rPr lang="ko-KR" altLang="ko-KR" dirty="0" err="1"/>
              <a:t>target</a:t>
            </a:r>
            <a:r>
              <a:rPr lang="ko-KR" altLang="ko-KR" dirty="0"/>
              <a:t>}}&lt;</a:t>
            </a:r>
            <a:r>
              <a:rPr lang="ko-KR" altLang="ko-KR" dirty="0" err="1"/>
              <a:t>D</a:t>
            </a:r>
            <a:r>
              <a:rPr lang="ko-KR" altLang="ko-KR" dirty="0"/>
              <a:t>,\;\</a:t>
            </a:r>
            <a:r>
              <a:rPr lang="ko-KR" altLang="ko-KR" dirty="0" err="1"/>
              <a:t>tau_D</a:t>
            </a:r>
            <a:r>
              <a:rPr lang="ko-KR" altLang="ko-KR" dirty="0"/>
              <a:t>&lt;T_D\\ \</a:t>
            </a:r>
            <a:r>
              <a:rPr lang="ko-KR" altLang="ko-KR" dirty="0" err="1"/>
              <a:t>max</a:t>
            </a:r>
            <a:r>
              <a:rPr lang="ko-KR" altLang="ko-KR" dirty="0"/>
              <a:t>(</a:t>
            </a:r>
            <a:r>
              <a:rPr lang="ko-KR" altLang="ko-KR" dirty="0" err="1"/>
              <a:t>D</a:t>
            </a:r>
            <a:r>
              <a:rPr lang="ko-KR" altLang="ko-KR" dirty="0"/>
              <a:t>_{\</a:t>
            </a:r>
            <a:r>
              <a:rPr lang="ko-KR" altLang="ko-KR" dirty="0" err="1"/>
              <a:t>mathrm</a:t>
            </a:r>
            <a:r>
              <a:rPr lang="ko-KR" altLang="ko-KR" dirty="0"/>
              <a:t>{</a:t>
            </a:r>
            <a:r>
              <a:rPr lang="ko-KR" altLang="ko-KR" dirty="0" err="1"/>
              <a:t>target</a:t>
            </a:r>
            <a:r>
              <a:rPr lang="ko-KR" altLang="ko-KR" dirty="0"/>
              <a:t>}},</a:t>
            </a:r>
            <a:r>
              <a:rPr lang="ko-KR" altLang="ko-KR" dirty="0" err="1"/>
              <a:t>D-r_D</a:t>
            </a:r>
            <a:r>
              <a:rPr lang="ko-KR" altLang="ko-KR" dirty="0"/>
              <a:t>\Delta </a:t>
            </a:r>
            <a:r>
              <a:rPr lang="ko-KR" altLang="ko-KR" dirty="0" err="1"/>
              <a:t>t</a:t>
            </a:r>
            <a:r>
              <a:rPr lang="ko-KR" altLang="ko-KR" dirty="0"/>
              <a:t>) &amp; </a:t>
            </a:r>
            <a:r>
              <a:rPr lang="ko-KR" altLang="ko-KR" dirty="0" err="1"/>
              <a:t>D</a:t>
            </a:r>
            <a:r>
              <a:rPr lang="ko-KR" altLang="ko-KR" dirty="0"/>
              <a:t>_{\</a:t>
            </a:r>
            <a:r>
              <a:rPr lang="ko-KR" altLang="ko-KR" dirty="0" err="1"/>
              <a:t>mathrm</a:t>
            </a:r>
            <a:r>
              <a:rPr lang="ko-KR" altLang="ko-KR" dirty="0"/>
              <a:t>{</a:t>
            </a:r>
            <a:r>
              <a:rPr lang="ko-KR" altLang="ko-KR" dirty="0" err="1"/>
              <a:t>target</a:t>
            </a:r>
            <a:r>
              <a:rPr lang="ko-KR" altLang="ko-KR" dirty="0"/>
              <a:t>}}&lt;</a:t>
            </a:r>
            <a:r>
              <a:rPr lang="ko-KR" altLang="ko-KR" dirty="0" err="1"/>
              <a:t>D</a:t>
            </a:r>
            <a:r>
              <a:rPr lang="ko-KR" altLang="ko-KR" dirty="0"/>
              <a:t>,\;\</a:t>
            </a:r>
            <a:r>
              <a:rPr lang="ko-KR" altLang="ko-KR" dirty="0" err="1"/>
              <a:t>tau_D</a:t>
            </a:r>
            <a:r>
              <a:rPr lang="ko-KR" altLang="ko-KR" dirty="0"/>
              <a:t>\</a:t>
            </a:r>
            <a:r>
              <a:rPr lang="ko-KR" altLang="ko-KR" dirty="0" err="1"/>
              <a:t>ge</a:t>
            </a:r>
            <a:r>
              <a:rPr lang="ko-KR" altLang="ko-KR" dirty="0"/>
              <a:t> T_D \</a:t>
            </a:r>
            <a:r>
              <a:rPr lang="ko-KR" altLang="ko-KR" dirty="0" err="1"/>
              <a:t>end</a:t>
            </a:r>
            <a:r>
              <a:rPr lang="ko-KR" altLang="ko-KR" dirty="0"/>
              <a:t>{</a:t>
            </a:r>
            <a:r>
              <a:rPr lang="ko-KR" altLang="ko-KR" dirty="0" err="1"/>
              <a:t>cases</a:t>
            </a:r>
            <a:r>
              <a:rPr lang="ko-KR" altLang="ko-KR" dirty="0"/>
              <a:t>}} \]</a:t>
            </a:r>
          </a:p>
          <a:p>
            <a:r>
              <a:rPr lang="ko-KR" altLang="ko-KR" dirty="0"/>
              <a:t>\(</a:t>
            </a:r>
            <a:r>
              <a:rPr lang="ko-KR" altLang="ko-KR" dirty="0" err="1"/>
              <a:t>d_i</a:t>
            </a:r>
            <a:r>
              <a:rPr lang="ko-KR" altLang="ko-KR" dirty="0"/>
              <a:t>\): </a:t>
            </a:r>
            <a:r>
              <a:rPr lang="ko-KR" altLang="ko-KR" b="1" dirty="0"/>
              <a:t>플레이어–마네킹 거리</a:t>
            </a:r>
            <a:r>
              <a:rPr lang="ko-KR" altLang="ko-KR" dirty="0"/>
              <a:t>, \(</a:t>
            </a:r>
            <a:r>
              <a:rPr lang="ko-KR" altLang="ko-KR" dirty="0" err="1"/>
              <a:t>w_i</a:t>
            </a:r>
            <a:r>
              <a:rPr lang="ko-KR" altLang="ko-KR" dirty="0"/>
              <a:t>\): 플레이어 인지 </a:t>
            </a:r>
            <a:r>
              <a:rPr lang="ko-KR" altLang="ko-KR" b="1" dirty="0"/>
              <a:t>1</a:t>
            </a:r>
            <a:r>
              <a:rPr lang="ko-KR" altLang="ko-KR" dirty="0"/>
              <a:t>, 파트너만 인지 </a:t>
            </a:r>
            <a:r>
              <a:rPr lang="ko-KR" altLang="ko-KR" b="1" dirty="0"/>
              <a:t>0.5</a:t>
            </a:r>
            <a:r>
              <a:rPr lang="ko-KR" altLang="ko-KR" dirty="0"/>
              <a:t>.</a:t>
            </a:r>
            <a:br>
              <a:rPr lang="ko-KR" altLang="ko-KR" dirty="0"/>
            </a:br>
            <a:r>
              <a:rPr lang="ko-KR" altLang="ko-KR" dirty="0"/>
              <a:t>\(A_D\): 최대 증가량, \(T_D\): 하락 유예 시간, \(</a:t>
            </a:r>
            <a:r>
              <a:rPr lang="ko-KR" altLang="ko-KR" dirty="0" err="1"/>
              <a:t>r_D</a:t>
            </a:r>
            <a:r>
              <a:rPr lang="ko-KR" altLang="ko-KR" dirty="0"/>
              <a:t>\): 감소 속도(BPM/초).</a:t>
            </a:r>
            <a:br>
              <a:rPr lang="ko-KR" altLang="ko-KR" dirty="0"/>
            </a:br>
            <a:r>
              <a:rPr lang="ko-KR" altLang="ko-KR" dirty="0"/>
              <a:t>\(\</a:t>
            </a:r>
            <a:r>
              <a:rPr lang="ko-KR" altLang="ko-KR" dirty="0" err="1"/>
              <a:t>tau_D</a:t>
            </a:r>
            <a:r>
              <a:rPr lang="ko-KR" altLang="ko-KR" dirty="0"/>
              <a:t>\): 하락 시작부터 경과 시간. 하락 시작 시 한 번 초기화하며, </a:t>
            </a:r>
            <a:r>
              <a:rPr lang="ko-KR" altLang="ko-KR" dirty="0" err="1"/>
              <a:t>목표값이</a:t>
            </a:r>
            <a:r>
              <a:rPr lang="ko-KR" altLang="ko-KR" dirty="0"/>
              <a:t> </a:t>
            </a:r>
            <a:r>
              <a:rPr lang="ko-KR" altLang="ko-KR" dirty="0" err="1"/>
              <a:t>현재값</a:t>
            </a:r>
            <a:r>
              <a:rPr lang="ko-KR" altLang="ko-KR" dirty="0"/>
              <a:t> 이상이면 유예를 해제한다. 대상이 없으면 \(</a:t>
            </a:r>
            <a:r>
              <a:rPr lang="ko-KR" altLang="ko-KR" dirty="0" err="1"/>
              <a:t>D</a:t>
            </a:r>
            <a:r>
              <a:rPr lang="ko-KR" altLang="ko-KR" dirty="0"/>
              <a:t>_{\</a:t>
            </a:r>
            <a:r>
              <a:rPr lang="ko-KR" altLang="ko-KR" dirty="0" err="1"/>
              <a:t>mathrm</a:t>
            </a:r>
            <a:r>
              <a:rPr lang="ko-KR" altLang="ko-KR" dirty="0"/>
              <a:t>{</a:t>
            </a:r>
            <a:r>
              <a:rPr lang="ko-KR" altLang="ko-KR" dirty="0" err="1"/>
              <a:t>target</a:t>
            </a:r>
            <a:r>
              <a:rPr lang="ko-KR" altLang="ko-KR" dirty="0"/>
              <a:t>}}=0\).</a:t>
            </a:r>
          </a:p>
          <a:p>
            <a:r>
              <a:rPr lang="ko-KR" altLang="ko-KR" b="1" dirty="0"/>
              <a:t>③ 조우 기반 증가량 — 조우 순간 상승 후 감소</a:t>
            </a:r>
            <a:r>
              <a:rPr lang="ko-KR" altLang="ko-KR" dirty="0"/>
              <a:t>\[ </a:t>
            </a:r>
            <a:r>
              <a:rPr lang="ko-KR" altLang="ko-KR" dirty="0" err="1"/>
              <a:t>E</a:t>
            </a:r>
            <a:r>
              <a:rPr lang="ko-KR" altLang="ko-KR" dirty="0"/>
              <a:t>_{\</a:t>
            </a:r>
            <a:r>
              <a:rPr lang="ko-KR" altLang="ko-KR" dirty="0" err="1"/>
              <a:t>mathrm</a:t>
            </a:r>
            <a:r>
              <a:rPr lang="ko-KR" altLang="ko-KR" dirty="0"/>
              <a:t>{</a:t>
            </a:r>
            <a:r>
              <a:rPr lang="ko-KR" altLang="ko-KR" dirty="0" err="1"/>
              <a:t>new</a:t>
            </a:r>
            <a:r>
              <a:rPr lang="ko-KR" altLang="ko-KR" dirty="0"/>
              <a:t>}}=A_E\</a:t>
            </a:r>
            <a:r>
              <a:rPr lang="ko-KR" altLang="ko-KR" dirty="0" err="1"/>
              <a:t>operatorname</a:t>
            </a:r>
            <a:r>
              <a:rPr lang="ko-KR" altLang="ko-KR" dirty="0"/>
              <a:t>{</a:t>
            </a:r>
            <a:r>
              <a:rPr lang="ko-KR" altLang="ko-KR" dirty="0" err="1"/>
              <a:t>clamp</a:t>
            </a:r>
            <a:r>
              <a:rPr lang="ko-KR" altLang="ko-KR" dirty="0"/>
              <a:t>} \</a:t>
            </a:r>
            <a:r>
              <a:rPr lang="ko-KR" altLang="ko-KR" dirty="0" err="1"/>
              <a:t>left</a:t>
            </a:r>
            <a:r>
              <a:rPr lang="ko-KR" altLang="ko-KR" dirty="0"/>
              <a:t>(\</a:t>
            </a:r>
            <a:r>
              <a:rPr lang="ko-KR" altLang="ko-KR" dirty="0" err="1"/>
              <a:t>frac</a:t>
            </a:r>
            <a:r>
              <a:rPr lang="ko-KR" altLang="ko-KR" dirty="0"/>
              <a:t>{</a:t>
            </a:r>
            <a:r>
              <a:rPr lang="ko-KR" altLang="ko-KR" dirty="0" err="1"/>
              <a:t>d</a:t>
            </a:r>
            <a:r>
              <a:rPr lang="ko-KR" altLang="ko-KR" dirty="0"/>
              <a:t>_{</a:t>
            </a:r>
            <a:r>
              <a:rPr lang="ko-KR" altLang="ko-KR" dirty="0" err="1"/>
              <a:t>E</a:t>
            </a:r>
            <a:r>
              <a:rPr lang="ko-KR" altLang="ko-KR" dirty="0"/>
              <a:t>,\</a:t>
            </a:r>
            <a:r>
              <a:rPr lang="ko-KR" altLang="ko-KR" dirty="0" err="1"/>
              <a:t>mathrm</a:t>
            </a:r>
            <a:r>
              <a:rPr lang="ko-KR" altLang="ko-KR" dirty="0"/>
              <a:t>{</a:t>
            </a:r>
            <a:r>
              <a:rPr lang="ko-KR" altLang="ko-KR" dirty="0" err="1"/>
              <a:t>far</a:t>
            </a:r>
            <a:r>
              <a:rPr lang="ko-KR" altLang="ko-KR" dirty="0"/>
              <a:t>}}-</a:t>
            </a:r>
            <a:r>
              <a:rPr lang="ko-KR" altLang="ko-KR" dirty="0" err="1"/>
              <a:t>d</a:t>
            </a:r>
            <a:r>
              <a:rPr lang="ko-KR" altLang="ko-KR" dirty="0"/>
              <a:t>_{\</a:t>
            </a:r>
            <a:r>
              <a:rPr lang="ko-KR" altLang="ko-KR" dirty="0" err="1"/>
              <a:t>mathrm</a:t>
            </a:r>
            <a:r>
              <a:rPr lang="ko-KR" altLang="ko-KR" dirty="0"/>
              <a:t>{</a:t>
            </a:r>
            <a:r>
              <a:rPr lang="ko-KR" altLang="ko-KR" dirty="0" err="1"/>
              <a:t>encounter</a:t>
            </a:r>
            <a:r>
              <a:rPr lang="ko-KR" altLang="ko-KR" dirty="0"/>
              <a:t>}}} {</a:t>
            </a:r>
            <a:r>
              <a:rPr lang="ko-KR" altLang="ko-KR" dirty="0" err="1"/>
              <a:t>d</a:t>
            </a:r>
            <a:r>
              <a:rPr lang="ko-KR" altLang="ko-KR" dirty="0"/>
              <a:t>_{</a:t>
            </a:r>
            <a:r>
              <a:rPr lang="ko-KR" altLang="ko-KR" dirty="0" err="1"/>
              <a:t>E</a:t>
            </a:r>
            <a:r>
              <a:rPr lang="ko-KR" altLang="ko-KR" dirty="0"/>
              <a:t>,\</a:t>
            </a:r>
            <a:r>
              <a:rPr lang="ko-KR" altLang="ko-KR" dirty="0" err="1"/>
              <a:t>mathrm</a:t>
            </a:r>
            <a:r>
              <a:rPr lang="ko-KR" altLang="ko-KR" dirty="0"/>
              <a:t>{</a:t>
            </a:r>
            <a:r>
              <a:rPr lang="ko-KR" altLang="ko-KR" dirty="0" err="1"/>
              <a:t>far</a:t>
            </a:r>
            <a:r>
              <a:rPr lang="ko-KR" altLang="ko-KR" dirty="0"/>
              <a:t>}}-</a:t>
            </a:r>
            <a:r>
              <a:rPr lang="ko-KR" altLang="ko-KR" dirty="0" err="1"/>
              <a:t>d</a:t>
            </a:r>
            <a:r>
              <a:rPr lang="ko-KR" altLang="ko-KR" dirty="0"/>
              <a:t>_{</a:t>
            </a:r>
            <a:r>
              <a:rPr lang="ko-KR" altLang="ko-KR" dirty="0" err="1"/>
              <a:t>E</a:t>
            </a:r>
            <a:r>
              <a:rPr lang="ko-KR" altLang="ko-KR" dirty="0"/>
              <a:t>,\</a:t>
            </a:r>
            <a:r>
              <a:rPr lang="ko-KR" altLang="ko-KR" dirty="0" err="1"/>
              <a:t>mathrm</a:t>
            </a:r>
            <a:r>
              <a:rPr lang="ko-KR" altLang="ko-KR" dirty="0"/>
              <a:t>{</a:t>
            </a:r>
            <a:r>
              <a:rPr lang="ko-KR" altLang="ko-KR" dirty="0" err="1"/>
              <a:t>near</a:t>
            </a:r>
            <a:r>
              <a:rPr lang="ko-KR" altLang="ko-KR" dirty="0"/>
              <a:t>}}},0,1\</a:t>
            </a:r>
            <a:r>
              <a:rPr lang="ko-KR" altLang="ko-KR" dirty="0" err="1"/>
              <a:t>right</a:t>
            </a:r>
            <a:r>
              <a:rPr lang="ko-KR" altLang="ko-KR" dirty="0"/>
              <a:t>) \]\[ \</a:t>
            </a:r>
            <a:r>
              <a:rPr lang="ko-KR" altLang="ko-KR" dirty="0" err="1"/>
              <a:t>boxed</a:t>
            </a:r>
            <a:r>
              <a:rPr lang="ko-KR" altLang="ko-KR" dirty="0"/>
              <a:t>{\</a:t>
            </a:r>
            <a:r>
              <a:rPr lang="ko-KR" altLang="ko-KR" dirty="0" err="1"/>
              <a:t>text</a:t>
            </a:r>
            <a:r>
              <a:rPr lang="ko-KR" altLang="ko-KR" dirty="0"/>
              <a:t>{새 조우 시: }\</a:t>
            </a:r>
            <a:r>
              <a:rPr lang="ko-KR" altLang="ko-KR" dirty="0" err="1"/>
              <a:t>quad</a:t>
            </a:r>
            <a:r>
              <a:rPr lang="ko-KR" altLang="ko-KR" dirty="0"/>
              <a:t> E_0\</a:t>
            </a:r>
            <a:r>
              <a:rPr lang="ko-KR" altLang="ko-KR" dirty="0" err="1"/>
              <a:t>leftarrow</a:t>
            </a:r>
            <a:r>
              <a:rPr lang="ko-KR" altLang="ko-KR" dirty="0"/>
              <a:t>\</a:t>
            </a:r>
            <a:r>
              <a:rPr lang="ko-KR" altLang="ko-KR" dirty="0" err="1"/>
              <a:t>max</a:t>
            </a:r>
            <a:r>
              <a:rPr lang="ko-KR" altLang="ko-KR" dirty="0"/>
              <a:t>(</a:t>
            </a:r>
            <a:r>
              <a:rPr lang="ko-KR" altLang="ko-KR" dirty="0" err="1"/>
              <a:t>E</a:t>
            </a:r>
            <a:r>
              <a:rPr lang="ko-KR" altLang="ko-KR" dirty="0"/>
              <a:t>_{\</a:t>
            </a:r>
            <a:r>
              <a:rPr lang="ko-KR" altLang="ko-KR" dirty="0" err="1"/>
              <a:t>mathrm</a:t>
            </a:r>
            <a:r>
              <a:rPr lang="ko-KR" altLang="ko-KR" dirty="0"/>
              <a:t>{</a:t>
            </a:r>
            <a:r>
              <a:rPr lang="ko-KR" altLang="ko-KR" dirty="0" err="1"/>
              <a:t>current</a:t>
            </a:r>
            <a:r>
              <a:rPr lang="ko-KR" altLang="ko-KR" dirty="0"/>
              <a:t>}},</a:t>
            </a:r>
            <a:r>
              <a:rPr lang="ko-KR" altLang="ko-KR" dirty="0" err="1"/>
              <a:t>E</a:t>
            </a:r>
            <a:r>
              <a:rPr lang="ko-KR" altLang="ko-KR" dirty="0"/>
              <a:t>_{\</a:t>
            </a:r>
            <a:r>
              <a:rPr lang="ko-KR" altLang="ko-KR" dirty="0" err="1"/>
              <a:t>mathrm</a:t>
            </a:r>
            <a:r>
              <a:rPr lang="ko-KR" altLang="ko-KR" dirty="0"/>
              <a:t>{</a:t>
            </a:r>
            <a:r>
              <a:rPr lang="ko-KR" altLang="ko-KR" dirty="0" err="1"/>
              <a:t>new</a:t>
            </a:r>
            <a:r>
              <a:rPr lang="ko-KR" altLang="ko-KR" dirty="0"/>
              <a:t>}}),\</a:t>
            </a:r>
            <a:r>
              <a:rPr lang="ko-KR" altLang="ko-KR" dirty="0" err="1"/>
              <a:t>quad</a:t>
            </a:r>
            <a:r>
              <a:rPr lang="ko-KR" altLang="ko-KR" dirty="0"/>
              <a:t> </a:t>
            </a:r>
            <a:r>
              <a:rPr lang="ko-KR" altLang="ko-KR" dirty="0" err="1"/>
              <a:t>t_E</a:t>
            </a:r>
            <a:r>
              <a:rPr lang="ko-KR" altLang="ko-KR" dirty="0"/>
              <a:t>\leftarrow0} \]\[ \</a:t>
            </a:r>
            <a:r>
              <a:rPr lang="ko-KR" altLang="ko-KR" dirty="0" err="1"/>
              <a:t>boxed</a:t>
            </a:r>
            <a:r>
              <a:rPr lang="ko-KR" altLang="ko-KR" dirty="0"/>
              <a:t>{</a:t>
            </a:r>
            <a:r>
              <a:rPr lang="ko-KR" altLang="ko-KR" dirty="0" err="1"/>
              <a:t>E</a:t>
            </a:r>
            <a:r>
              <a:rPr lang="ko-KR" altLang="ko-KR" dirty="0"/>
              <a:t>(</a:t>
            </a:r>
            <a:r>
              <a:rPr lang="ko-KR" altLang="ko-KR" dirty="0" err="1"/>
              <a:t>t</a:t>
            </a:r>
            <a:r>
              <a:rPr lang="ko-KR" altLang="ko-KR" dirty="0"/>
              <a:t>)=E_0\</a:t>
            </a:r>
            <a:r>
              <a:rPr lang="ko-KR" altLang="ko-KR" dirty="0" err="1"/>
              <a:t>max</a:t>
            </a:r>
            <a:r>
              <a:rPr lang="ko-KR" altLang="ko-KR" dirty="0"/>
              <a:t>\</a:t>
            </a:r>
            <a:r>
              <a:rPr lang="ko-KR" altLang="ko-KR" dirty="0" err="1"/>
              <a:t>left</a:t>
            </a:r>
            <a:r>
              <a:rPr lang="ko-KR" altLang="ko-KR" dirty="0"/>
              <a:t>(0,1-\</a:t>
            </a:r>
            <a:r>
              <a:rPr lang="ko-KR" altLang="ko-KR" dirty="0" err="1"/>
              <a:t>frac</a:t>
            </a:r>
            <a:r>
              <a:rPr lang="ko-KR" altLang="ko-KR" dirty="0"/>
              <a:t>{</a:t>
            </a:r>
            <a:r>
              <a:rPr lang="ko-KR" altLang="ko-KR" dirty="0" err="1"/>
              <a:t>t_E</a:t>
            </a:r>
            <a:r>
              <a:rPr lang="ko-KR" altLang="ko-KR" dirty="0"/>
              <a:t>}{T_E}\</a:t>
            </a:r>
            <a:r>
              <a:rPr lang="ko-KR" altLang="ko-KR" dirty="0" err="1"/>
              <a:t>right</a:t>
            </a:r>
            <a:r>
              <a:rPr lang="ko-KR" altLang="ko-KR" dirty="0"/>
              <a:t>)} \]</a:t>
            </a:r>
          </a:p>
          <a:p>
            <a:r>
              <a:rPr lang="ko-KR" altLang="ko-KR" dirty="0"/>
              <a:t>\(A_E\): 최대 조우 증가량, \(</a:t>
            </a:r>
            <a:r>
              <a:rPr lang="ko-KR" altLang="ko-KR" dirty="0" err="1"/>
              <a:t>d</a:t>
            </a:r>
            <a:r>
              <a:rPr lang="ko-KR" altLang="ko-KR" dirty="0"/>
              <a:t>_{\</a:t>
            </a:r>
            <a:r>
              <a:rPr lang="ko-KR" altLang="ko-KR" dirty="0" err="1"/>
              <a:t>mathrm</a:t>
            </a:r>
            <a:r>
              <a:rPr lang="ko-KR" altLang="ko-KR" dirty="0"/>
              <a:t>{</a:t>
            </a:r>
            <a:r>
              <a:rPr lang="ko-KR" altLang="ko-KR" dirty="0" err="1"/>
              <a:t>encounter</a:t>
            </a:r>
            <a:r>
              <a:rPr lang="ko-KR" altLang="ko-KR" dirty="0"/>
              <a:t>}}\): 최초 조우 순간 거리,</a:t>
            </a:r>
            <a:br>
              <a:rPr lang="ko-KR" altLang="ko-KR" dirty="0"/>
            </a:br>
            <a:r>
              <a:rPr lang="ko-KR" altLang="ko-KR" dirty="0"/>
              <a:t>\(</a:t>
            </a:r>
            <a:r>
              <a:rPr lang="ko-KR" altLang="ko-KR" dirty="0" err="1"/>
              <a:t>t_E</a:t>
            </a:r>
            <a:r>
              <a:rPr lang="ko-KR" altLang="ko-KR" dirty="0"/>
              <a:t>\): 마지막 갱신 이후 시간, \(T_E\): 조우 증가량의 감소 완료 시간.</a:t>
            </a:r>
          </a:p>
          <a:p>
            <a:r>
              <a:rPr lang="ko-KR" altLang="ko-KR" b="1" dirty="0"/>
              <a:t>공통 조건:</a:t>
            </a:r>
            <a:r>
              <a:rPr lang="ko-KR" altLang="ko-KR" dirty="0"/>
              <a:t> 거리 단위 통일, 시간은 초, \(</a:t>
            </a:r>
            <a:r>
              <a:rPr lang="ko-KR" altLang="ko-KR" dirty="0" err="1"/>
              <a:t>d</a:t>
            </a:r>
            <a:r>
              <a:rPr lang="ko-KR" altLang="ko-KR" dirty="0"/>
              <a:t>_{\</a:t>
            </a:r>
            <a:r>
              <a:rPr lang="ko-KR" altLang="ko-KR" dirty="0" err="1"/>
              <a:t>mathrm</a:t>
            </a:r>
            <a:r>
              <a:rPr lang="ko-KR" altLang="ko-KR" dirty="0"/>
              <a:t>{</a:t>
            </a:r>
            <a:r>
              <a:rPr lang="ko-KR" altLang="ko-KR" dirty="0" err="1"/>
              <a:t>far</a:t>
            </a:r>
            <a:r>
              <a:rPr lang="ko-KR" altLang="ko-KR" dirty="0"/>
              <a:t>}}&gt;</a:t>
            </a:r>
            <a:r>
              <a:rPr lang="ko-KR" altLang="ko-KR" dirty="0" err="1"/>
              <a:t>d</a:t>
            </a:r>
            <a:r>
              <a:rPr lang="ko-KR" altLang="ko-KR" dirty="0"/>
              <a:t>_{\</a:t>
            </a:r>
            <a:r>
              <a:rPr lang="ko-KR" altLang="ko-KR" dirty="0" err="1"/>
              <a:t>mathrm</a:t>
            </a:r>
            <a:r>
              <a:rPr lang="ko-KR" altLang="ko-KR" dirty="0"/>
              <a:t>{</a:t>
            </a:r>
            <a:r>
              <a:rPr lang="ko-KR" altLang="ko-KR" dirty="0" err="1"/>
              <a:t>near</a:t>
            </a:r>
            <a:r>
              <a:rPr lang="ko-KR" altLang="ko-KR" dirty="0"/>
              <a:t>}}\), \(T_E&gt;0\).</a:t>
            </a:r>
            <a:br>
              <a:rPr lang="ko-KR" altLang="ko-KR" dirty="0"/>
            </a:br>
            <a:r>
              <a:rPr lang="ko-KR" altLang="ko-KR" dirty="0"/>
              <a:t>미인지 적은 제외하며, 같은 적의 짧은 시야 </a:t>
            </a:r>
            <a:r>
              <a:rPr lang="ko-KR" altLang="ko-KR" dirty="0" err="1"/>
              <a:t>이탈·재진입은</a:t>
            </a:r>
            <a:r>
              <a:rPr lang="ko-KR" altLang="ko-KR" dirty="0"/>
              <a:t> 새 조우로 처리하지 않는다.</a:t>
            </a:r>
            <a:br>
              <a:rPr lang="ko-KR" altLang="ko-KR" dirty="0"/>
            </a:br>
            <a:r>
              <a:rPr lang="ko-KR" altLang="ko-KR" dirty="0"/>
              <a:t>※ 여러 마네킹의 거리 효과는 </a:t>
            </a:r>
            <a:r>
              <a:rPr lang="ko-KR" altLang="ko-KR" b="1" dirty="0"/>
              <a:t>최댓값 하나를 적용하는 안</a:t>
            </a:r>
            <a:r>
              <a:rPr lang="ko-KR" altLang="ko-KR" dirty="0"/>
              <a:t>이며, 초기값은 \(</a:t>
            </a:r>
            <a:r>
              <a:rPr lang="ko-KR" altLang="ko-KR" dirty="0" err="1"/>
              <a:t>D</a:t>
            </a:r>
            <a:r>
              <a:rPr lang="ko-KR" altLang="ko-KR" dirty="0"/>
              <a:t>=E_0=0\).</a:t>
            </a:r>
            <a:endParaRPr lang="en-US" altLang="ko-KR" dirty="0"/>
          </a:p>
          <a:p>
            <a:r>
              <a:rPr lang="ko-KR" altLang="en-US" dirty="0">
                <a:solidFill>
                  <a:srgbClr val="FF0000"/>
                </a:solidFill>
              </a:rPr>
              <a:t>따로 전달 필요하면 연락바람</a:t>
            </a:r>
            <a:endParaRPr lang="en-US" altLang="ko-KR" dirty="0">
              <a:solidFill>
                <a:srgbClr val="FF0000"/>
              </a:solidFill>
            </a:endParaRPr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id="{2C4A6615-E11C-519C-BB8B-FC50AE0CEEE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46909" y="1590652"/>
            <a:ext cx="3997036" cy="48212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7215181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0F0143E-062D-4DB9-6404-2BB45F1F6E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개발 시 유의사항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FA94FDEF-2085-8881-4F88-58EE681E5B7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lnSpc>
                <a:spcPct val="150000"/>
              </a:lnSpc>
            </a:pPr>
            <a:r>
              <a:rPr lang="ko-KR" altLang="en-US" dirty="0">
                <a:solidFill>
                  <a:srgbClr val="FF0000"/>
                </a:solidFill>
              </a:rPr>
              <a:t>멀티플레이 사용을 위한 영역 기반의 시스템 개발</a:t>
            </a:r>
            <a:endParaRPr lang="en-US" altLang="ko-KR" dirty="0">
              <a:solidFill>
                <a:srgbClr val="FF0000"/>
              </a:solidFill>
            </a:endParaRPr>
          </a:p>
          <a:p>
            <a:pPr>
              <a:lnSpc>
                <a:spcPct val="150000"/>
              </a:lnSpc>
            </a:pPr>
            <a:r>
              <a:rPr lang="ko-KR" altLang="en-US" dirty="0"/>
              <a:t>시간에 따른 감소 시스템 차이 이해</a:t>
            </a:r>
            <a:endParaRPr lang="en-US" altLang="ko-KR" dirty="0"/>
          </a:p>
          <a:p>
            <a:pPr>
              <a:lnSpc>
                <a:spcPct val="150000"/>
              </a:lnSpc>
            </a:pPr>
            <a:r>
              <a:rPr lang="ko-KR" altLang="en-US" dirty="0"/>
              <a:t>데이터 테이블에 변수 추가</a:t>
            </a:r>
          </a:p>
        </p:txBody>
      </p:sp>
    </p:spTree>
    <p:extLst>
      <p:ext uri="{BB962C8B-B14F-4D97-AF65-F5344CB8AC3E}">
        <p14:creationId xmlns:p14="http://schemas.microsoft.com/office/powerpoint/2010/main" val="194432999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74CAD7B-9A02-37D7-C6CF-11DEE23AC2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멀티 모드 사용 고려 개발</a:t>
            </a:r>
            <a:br>
              <a:rPr lang="en-US" altLang="ko-KR" dirty="0"/>
            </a:br>
            <a:r>
              <a:rPr lang="ko-KR" altLang="en-US" sz="1200" dirty="0"/>
              <a:t>개발 리소스 낭비를 줄이기 위함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8A369395-F101-ABF8-822E-CEB7E2E6AC5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/>
              <a:t>싱글 모드</a:t>
            </a:r>
            <a:r>
              <a:rPr lang="en-US" altLang="ko-KR" dirty="0"/>
              <a:t>: </a:t>
            </a:r>
            <a:r>
              <a:rPr lang="ko-KR" altLang="en-US" dirty="0"/>
              <a:t>카메라 기반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EA5DB7A3-DBDC-CCC4-3075-8BAF9DC077DB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endParaRPr lang="en-US" altLang="ko-KR" dirty="0"/>
          </a:p>
          <a:p>
            <a:pPr marL="0" indent="0">
              <a:buNone/>
            </a:pPr>
            <a:endParaRPr lang="en-US" altLang="ko-KR" dirty="0"/>
          </a:p>
          <a:p>
            <a:pPr marL="0" indent="0">
              <a:buNone/>
            </a:pPr>
            <a:endParaRPr lang="en-US" altLang="ko-KR" dirty="0"/>
          </a:p>
          <a:p>
            <a:pPr marL="0" indent="0">
              <a:buNone/>
            </a:pPr>
            <a:endParaRPr lang="en-US" altLang="ko-KR" sz="1800" dirty="0"/>
          </a:p>
          <a:p>
            <a:pPr marL="0" indent="0">
              <a:buNone/>
            </a:pPr>
            <a:r>
              <a:rPr lang="ko-KR" altLang="en-US" sz="1800" dirty="0"/>
              <a:t>마네킹을 정지하는 데에 카메라를 사용하고 있다</a:t>
            </a:r>
            <a:endParaRPr lang="en-US" altLang="ko-KR" sz="1800" dirty="0"/>
          </a:p>
          <a:p>
            <a:pPr marL="0" indent="0">
              <a:buNone/>
            </a:pPr>
            <a:r>
              <a:rPr lang="ko-KR" altLang="en-US" sz="1800" dirty="0"/>
              <a:t>심박수 시스템의 </a:t>
            </a:r>
            <a:r>
              <a:rPr lang="en-US" altLang="ko-KR" sz="1800" dirty="0"/>
              <a:t>‘</a:t>
            </a:r>
            <a:r>
              <a:rPr lang="ko-KR" altLang="en-US" sz="1800" dirty="0"/>
              <a:t>시야 내</a:t>
            </a:r>
            <a:r>
              <a:rPr lang="en-US" altLang="ko-KR" sz="1800" dirty="0"/>
              <a:t>＇</a:t>
            </a:r>
            <a:r>
              <a:rPr lang="ko-KR" altLang="en-US" sz="1800" dirty="0"/>
              <a:t>의 마네킹 인식을 멀티모드와 동일하게 할 필요가 있다</a:t>
            </a:r>
            <a:endParaRPr lang="en-US" altLang="ko-KR" sz="1800" dirty="0"/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14CFDD1B-B5A9-BFD6-CDBD-007BAD4768A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ko-KR" altLang="en-US" dirty="0"/>
              <a:t>멀티 모드</a:t>
            </a:r>
            <a:r>
              <a:rPr lang="en-US" altLang="ko-KR" dirty="0"/>
              <a:t>: </a:t>
            </a:r>
            <a:r>
              <a:rPr lang="ko-KR" altLang="en-US" dirty="0"/>
              <a:t>영역 기반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2C6AB99D-E1E9-EDE8-CAE9-8F43E4D1BCDA}"/>
              </a:ext>
            </a:extLst>
          </p:cNvPr>
          <p:cNvSpPr>
            <a:spLocks noGrp="1"/>
          </p:cNvSpPr>
          <p:nvPr>
            <p:ph sz="quarter" idx="4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endParaRPr lang="en-US" altLang="ko-KR" dirty="0"/>
          </a:p>
          <a:p>
            <a:pPr marL="0" indent="0">
              <a:buNone/>
            </a:pPr>
            <a:endParaRPr lang="en-US" altLang="ko-KR" dirty="0"/>
          </a:p>
          <a:p>
            <a:pPr marL="0" indent="0">
              <a:buNone/>
            </a:pPr>
            <a:endParaRPr lang="en-US" altLang="ko-KR" dirty="0"/>
          </a:p>
          <a:p>
            <a:pPr marL="0" indent="0">
              <a:buNone/>
            </a:pPr>
            <a:endParaRPr lang="en-US" altLang="ko-KR" dirty="0"/>
          </a:p>
          <a:p>
            <a:pPr marL="0" indent="0">
              <a:buNone/>
            </a:pPr>
            <a:r>
              <a:rPr lang="ko-KR" altLang="en-US" sz="1900" dirty="0"/>
              <a:t>마네킹을 정지하는 데에 영역을 사용하고 있다</a:t>
            </a:r>
            <a:endParaRPr lang="en-US" altLang="ko-KR" sz="1900" dirty="0"/>
          </a:p>
          <a:p>
            <a:pPr marL="0" indent="0">
              <a:buNone/>
            </a:pPr>
            <a:r>
              <a:rPr lang="ko-KR" altLang="en-US" sz="1900" dirty="0"/>
              <a:t>서버 환경에서 카메라를 활용한 마네킹 제어가 불안정할 수 있다는 의견에 따라 해당 방식을 채택할 필요가 있다</a:t>
            </a:r>
            <a:endParaRPr lang="en-US" altLang="ko-KR" sz="1900" dirty="0"/>
          </a:p>
        </p:txBody>
      </p:sp>
      <p:grpSp>
        <p:nvGrpSpPr>
          <p:cNvPr id="10" name="그룹 9">
            <a:extLst>
              <a:ext uri="{FF2B5EF4-FFF2-40B4-BE49-F238E27FC236}">
                <a16:creationId xmlns:a16="http://schemas.microsoft.com/office/drawing/2014/main" id="{555318BC-A985-3F8D-D384-5FDB465A0CD0}"/>
              </a:ext>
            </a:extLst>
          </p:cNvPr>
          <p:cNvGrpSpPr/>
          <p:nvPr/>
        </p:nvGrpSpPr>
        <p:grpSpPr>
          <a:xfrm>
            <a:off x="8185338" y="2807928"/>
            <a:ext cx="1566804" cy="1700700"/>
            <a:chOff x="8093898" y="2186940"/>
            <a:chExt cx="1566804" cy="1700700"/>
          </a:xfrm>
        </p:grpSpPr>
        <p:pic>
          <p:nvPicPr>
            <p:cNvPr id="11" name="그래픽 10" descr="남자 단색으로 채워진">
              <a:extLst>
                <a:ext uri="{FF2B5EF4-FFF2-40B4-BE49-F238E27FC236}">
                  <a16:creationId xmlns:a16="http://schemas.microsoft.com/office/drawing/2014/main" id="{80921D05-838B-6E0F-0013-6E15CD55A93D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p:blipFill>
          <p:spPr>
            <a:xfrm>
              <a:off x="8420100" y="2186940"/>
              <a:ext cx="914400" cy="914400"/>
            </a:xfrm>
            <a:prstGeom prst="rect">
              <a:avLst/>
            </a:prstGeom>
          </p:spPr>
        </p:pic>
        <p:sp>
          <p:nvSpPr>
            <p:cNvPr id="12" name="부분 원형 11">
              <a:extLst>
                <a:ext uri="{FF2B5EF4-FFF2-40B4-BE49-F238E27FC236}">
                  <a16:creationId xmlns:a16="http://schemas.microsoft.com/office/drawing/2014/main" id="{4319B5A1-CF5A-939F-DF18-E34654438723}"/>
                </a:ext>
              </a:extLst>
            </p:cNvPr>
            <p:cNvSpPr/>
            <p:nvPr/>
          </p:nvSpPr>
          <p:spPr>
            <a:xfrm>
              <a:off x="8093898" y="2315039"/>
              <a:ext cx="1566804" cy="1572601"/>
            </a:xfrm>
            <a:prstGeom prst="pie">
              <a:avLst>
                <a:gd name="adj1" fmla="val 1162727"/>
                <a:gd name="adj2" fmla="val 9197788"/>
              </a:avLst>
            </a:prstGeom>
            <a:solidFill>
              <a:srgbClr val="FFFF00">
                <a:alpha val="50000"/>
              </a:srgbClr>
            </a:solidFill>
            <a:ln>
              <a:solidFill>
                <a:srgbClr val="FFC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>
                <a:solidFill>
                  <a:schemeClr val="tx1"/>
                </a:solidFill>
              </a:endParaRPr>
            </a:p>
          </p:txBody>
        </p:sp>
      </p:grpSp>
      <p:grpSp>
        <p:nvGrpSpPr>
          <p:cNvPr id="13" name="그룹 12">
            <a:extLst>
              <a:ext uri="{FF2B5EF4-FFF2-40B4-BE49-F238E27FC236}">
                <a16:creationId xmlns:a16="http://schemas.microsoft.com/office/drawing/2014/main" id="{2CDE6A58-0DBF-33DE-8435-D4F52F737300}"/>
              </a:ext>
            </a:extLst>
          </p:cNvPr>
          <p:cNvGrpSpPr/>
          <p:nvPr/>
        </p:nvGrpSpPr>
        <p:grpSpPr>
          <a:xfrm>
            <a:off x="1958340" y="2861268"/>
            <a:ext cx="3326826" cy="1120223"/>
            <a:chOff x="1866900" y="2240280"/>
            <a:chExt cx="3326826" cy="1120223"/>
          </a:xfrm>
        </p:grpSpPr>
        <p:sp>
          <p:nvSpPr>
            <p:cNvPr id="14" name="이등변 삼각형 13">
              <a:extLst>
                <a:ext uri="{FF2B5EF4-FFF2-40B4-BE49-F238E27FC236}">
                  <a16:creationId xmlns:a16="http://schemas.microsoft.com/office/drawing/2014/main" id="{33C883C7-D968-5C55-C8B2-4F61B26F04C1}"/>
                </a:ext>
              </a:extLst>
            </p:cNvPr>
            <p:cNvSpPr/>
            <p:nvPr/>
          </p:nvSpPr>
          <p:spPr>
            <a:xfrm rot="16200000">
              <a:off x="3332160" y="1498937"/>
              <a:ext cx="1060704" cy="2662428"/>
            </a:xfrm>
            <a:prstGeom prst="triangle">
              <a:avLst/>
            </a:prstGeom>
            <a:solidFill>
              <a:srgbClr val="FFFF00">
                <a:alpha val="50000"/>
              </a:srgbClr>
            </a:solidFill>
            <a:ln>
              <a:solidFill>
                <a:srgbClr val="FFC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pic>
          <p:nvPicPr>
            <p:cNvPr id="15" name="그래픽 14" descr="비디오 카메라 단색으로 채워진">
              <a:extLst>
                <a:ext uri="{FF2B5EF4-FFF2-40B4-BE49-F238E27FC236}">
                  <a16:creationId xmlns:a16="http://schemas.microsoft.com/office/drawing/2014/main" id="{3BF081FF-8251-1162-D33B-5C852786A2B4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1866900" y="2240280"/>
              <a:ext cx="914400" cy="914400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289706806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DA82056-0C47-103D-9DB6-8C34BCF1A59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ko-KR" altLang="en-US" sz="2000" dirty="0"/>
              <a:t>거리기반 심박수 시스템과 조우기반 심박수 변화 시스템의</a:t>
            </a:r>
            <a:br>
              <a:rPr lang="en-US" altLang="ko-KR" dirty="0"/>
            </a:br>
            <a:r>
              <a:rPr lang="ko-KR" altLang="en-US" dirty="0"/>
              <a:t>시간에 따른 감소 시스템 차이</a:t>
            </a:r>
            <a:endParaRPr lang="ko-KR" altLang="en-US" sz="1300" dirty="0"/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D2665C12-51DB-4158-DD52-431A8DF29DE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/>
              <a:t>거리 비례 </a:t>
            </a:r>
            <a:r>
              <a:rPr lang="en-US" altLang="ko-KR" dirty="0"/>
              <a:t>‘</a:t>
            </a:r>
            <a:r>
              <a:rPr lang="ko-KR" altLang="en-US" dirty="0"/>
              <a:t>심박수</a:t>
            </a:r>
            <a:r>
              <a:rPr lang="en-US" altLang="ko-KR" dirty="0"/>
              <a:t>’</a:t>
            </a:r>
            <a:r>
              <a:rPr lang="ko-KR" altLang="en-US" dirty="0"/>
              <a:t> 시스템의 감소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04A86D71-F767-7520-9AAA-4E019915326C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r>
              <a:rPr lang="ko-KR" altLang="en-US" dirty="0"/>
              <a:t>마네킹과 멀어진 후</a:t>
            </a:r>
            <a:br>
              <a:rPr lang="en-US" altLang="ko-KR" dirty="0"/>
            </a:br>
            <a:r>
              <a:rPr lang="ko-KR" altLang="en-US" dirty="0">
                <a:solidFill>
                  <a:srgbClr val="FF0000"/>
                </a:solidFill>
              </a:rPr>
              <a:t>유예시간</a:t>
            </a:r>
            <a:r>
              <a:rPr lang="ko-KR" altLang="en-US" dirty="0"/>
              <a:t>이 흐른 뒤</a:t>
            </a:r>
            <a:br>
              <a:rPr lang="en-US" altLang="ko-KR" dirty="0"/>
            </a:br>
            <a:r>
              <a:rPr lang="ko-KR" altLang="en-US" dirty="0"/>
              <a:t>시간에 따라 점진적 감소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03DE5094-C6D9-10B4-EA98-4435B35FDF2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>
            <a:normAutofit/>
          </a:bodyPr>
          <a:lstStyle/>
          <a:p>
            <a:r>
              <a:rPr lang="ko-KR" altLang="en-US" spc="-300" dirty="0"/>
              <a:t>조우거리 비례 심박수 </a:t>
            </a:r>
            <a:r>
              <a:rPr lang="en-US" altLang="ko-KR" spc="-300" dirty="0"/>
              <a:t>‘</a:t>
            </a:r>
            <a:r>
              <a:rPr lang="ko-KR" altLang="en-US" spc="-300" dirty="0"/>
              <a:t>변화</a:t>
            </a:r>
            <a:r>
              <a:rPr lang="en-US" altLang="ko-KR" spc="-300" dirty="0"/>
              <a:t>’</a:t>
            </a:r>
            <a:r>
              <a:rPr lang="ko-KR" altLang="en-US" spc="-300" dirty="0"/>
              <a:t> 시스템의 감소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C424C1C4-CDB4-42C4-EDA1-14FF05E733D6}"/>
              </a:ext>
            </a:extLst>
          </p:cNvPr>
          <p:cNvSpPr>
            <a:spLocks noGrp="1"/>
          </p:cNvSpPr>
          <p:nvPr>
            <p:ph sz="quarter" idx="4"/>
          </p:nvPr>
        </p:nvSpPr>
        <p:spPr/>
        <p:txBody>
          <a:bodyPr/>
          <a:lstStyle/>
          <a:p>
            <a:r>
              <a:rPr lang="ko-KR" altLang="en-US" dirty="0"/>
              <a:t>조우 </a:t>
            </a:r>
            <a:r>
              <a:rPr lang="ko-KR" altLang="en-US" dirty="0">
                <a:solidFill>
                  <a:srgbClr val="FF0000"/>
                </a:solidFill>
              </a:rPr>
              <a:t>직후</a:t>
            </a:r>
            <a:r>
              <a:rPr lang="ko-KR" altLang="en-US" dirty="0"/>
              <a:t>부터</a:t>
            </a:r>
            <a:br>
              <a:rPr lang="en-US" altLang="ko-KR" dirty="0"/>
            </a:br>
            <a:r>
              <a:rPr lang="ko-KR" altLang="en-US" dirty="0"/>
              <a:t>시간에 따라 점진적 감소</a:t>
            </a:r>
            <a:endParaRPr lang="en-US" altLang="ko-KR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68AC699-68BE-8341-11AD-FA2E646A3A1B}"/>
              </a:ext>
            </a:extLst>
          </p:cNvPr>
          <p:cNvSpPr txBox="1"/>
          <p:nvPr/>
        </p:nvSpPr>
        <p:spPr>
          <a:xfrm>
            <a:off x="4018348" y="4800600"/>
            <a:ext cx="4155305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2800" dirty="0">
                <a:solidFill>
                  <a:srgbClr val="FF0000"/>
                </a:solidFill>
              </a:rPr>
              <a:t>점진적 감소 속도는 같다</a:t>
            </a:r>
          </a:p>
        </p:txBody>
      </p:sp>
    </p:spTree>
    <p:extLst>
      <p:ext uri="{BB962C8B-B14F-4D97-AF65-F5344CB8AC3E}">
        <p14:creationId xmlns:p14="http://schemas.microsoft.com/office/powerpoint/2010/main" val="43998397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D83E1BC-949F-FD2B-8181-0546FFEE08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데이터 테이블에 추가가 필요한 변수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24A4695E-CBA0-809D-EA4F-3F11F211E5B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ko-KR" altLang="en-US" dirty="0"/>
              <a:t>거리기반 최대 심박수</a:t>
            </a:r>
            <a:endParaRPr lang="en-US" altLang="ko-KR" dirty="0"/>
          </a:p>
          <a:p>
            <a:r>
              <a:rPr lang="ko-KR" altLang="en-US" dirty="0"/>
              <a:t>거리기반 심박수 비례 수치</a:t>
            </a:r>
            <a:endParaRPr lang="en-US" altLang="ko-KR" dirty="0"/>
          </a:p>
          <a:p>
            <a:r>
              <a:rPr lang="ko-KR" altLang="en-US" dirty="0"/>
              <a:t>유예시간</a:t>
            </a:r>
            <a:endParaRPr lang="en-US" altLang="ko-KR" dirty="0"/>
          </a:p>
          <a:p>
            <a:endParaRPr lang="en-US" altLang="ko-KR" dirty="0"/>
          </a:p>
          <a:p>
            <a:r>
              <a:rPr lang="ko-KR" altLang="en-US" dirty="0"/>
              <a:t>조우기반 최대 심박수</a:t>
            </a:r>
            <a:endParaRPr lang="en-US" altLang="ko-KR" dirty="0"/>
          </a:p>
          <a:p>
            <a:r>
              <a:rPr lang="ko-KR" altLang="en-US" dirty="0"/>
              <a:t>조우기반 심박수 비례 수치</a:t>
            </a:r>
            <a:endParaRPr lang="en-US" altLang="ko-KR" dirty="0"/>
          </a:p>
          <a:p>
            <a:endParaRPr lang="en-US" altLang="ko-KR" dirty="0"/>
          </a:p>
          <a:p>
            <a:r>
              <a:rPr lang="ko-KR" altLang="en-US" dirty="0"/>
              <a:t>점진적 감소 속도</a:t>
            </a:r>
            <a:endParaRPr lang="en-US" altLang="ko-KR" dirty="0"/>
          </a:p>
          <a:p>
            <a:endParaRPr lang="en-US" altLang="ko-KR" dirty="0"/>
          </a:p>
        </p:txBody>
      </p:sp>
    </p:spTree>
    <p:extLst>
      <p:ext uri="{BB962C8B-B14F-4D97-AF65-F5344CB8AC3E}">
        <p14:creationId xmlns:p14="http://schemas.microsoft.com/office/powerpoint/2010/main" val="44061382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755E219-AE6A-6CD7-BEF1-38A2F256458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조우 시스템 걱정거리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8810A7F-FE55-0C72-6F55-C686872B0D21}"/>
              </a:ext>
            </a:extLst>
          </p:cNvPr>
          <p:cNvSpPr txBox="1"/>
          <p:nvPr/>
        </p:nvSpPr>
        <p:spPr>
          <a:xfrm>
            <a:off x="323850" y="2133600"/>
            <a:ext cx="9929321" cy="240065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dirty="0"/>
              <a:t>시야를 막 돌리면 계속 조우 심박수로 유지되는 경우</a:t>
            </a:r>
            <a:r>
              <a:rPr lang="en-US" altLang="ko-KR" dirty="0">
                <a:solidFill>
                  <a:srgbClr val="FF0000"/>
                </a:solidFill>
              </a:rPr>
              <a:t>(</a:t>
            </a:r>
            <a:r>
              <a:rPr lang="ko-KR" altLang="en-US" dirty="0">
                <a:solidFill>
                  <a:srgbClr val="FF0000"/>
                </a:solidFill>
              </a:rPr>
              <a:t>보류</a:t>
            </a:r>
            <a:r>
              <a:rPr lang="en-US" altLang="ko-KR" dirty="0">
                <a:solidFill>
                  <a:srgbClr val="FF0000"/>
                </a:solidFill>
              </a:rPr>
              <a:t>)</a:t>
            </a:r>
          </a:p>
          <a:p>
            <a:r>
              <a:rPr lang="ko-KR" altLang="en-US" sz="1200" dirty="0"/>
              <a:t>어쩌면 내가 시야를 막 돌리는 와중에 다가올까 더 긴장하는 게 </a:t>
            </a:r>
            <a:r>
              <a:rPr lang="ko-KR" altLang="en-US" sz="1200" dirty="0" err="1"/>
              <a:t>맞을듯</a:t>
            </a:r>
            <a:r>
              <a:rPr lang="en-US" altLang="ko-KR" sz="1200" dirty="0"/>
              <a:t>?</a:t>
            </a:r>
          </a:p>
          <a:p>
            <a:endParaRPr lang="en-US" altLang="ko-KR" dirty="0"/>
          </a:p>
          <a:p>
            <a:r>
              <a:rPr lang="ko-KR" altLang="en-US" dirty="0"/>
              <a:t>이동 중 잦은 조우로 높은 수치의 심박수가 너무 자주 갱신되는 경우</a:t>
            </a:r>
            <a:r>
              <a:rPr lang="en-US" altLang="ko-KR" dirty="0">
                <a:solidFill>
                  <a:srgbClr val="FF0000"/>
                </a:solidFill>
              </a:rPr>
              <a:t>(</a:t>
            </a:r>
            <a:r>
              <a:rPr lang="ko-KR" altLang="en-US" dirty="0">
                <a:solidFill>
                  <a:srgbClr val="FF0000"/>
                </a:solidFill>
              </a:rPr>
              <a:t>현 시스템으로 해결 가능</a:t>
            </a:r>
            <a:r>
              <a:rPr lang="en-US" altLang="ko-KR" dirty="0">
                <a:solidFill>
                  <a:srgbClr val="FF0000"/>
                </a:solidFill>
              </a:rPr>
              <a:t>)</a:t>
            </a:r>
          </a:p>
          <a:p>
            <a:r>
              <a:rPr lang="ko-KR" altLang="en-US" sz="1200" dirty="0"/>
              <a:t>심박수가 너무 높게 유지되면 지나치게 피로해지지 않을까</a:t>
            </a:r>
            <a:r>
              <a:rPr lang="en-US" altLang="ko-KR" sz="1200" dirty="0"/>
              <a:t>?</a:t>
            </a:r>
          </a:p>
          <a:p>
            <a:r>
              <a:rPr lang="ko-KR" altLang="en-US" sz="1200" dirty="0"/>
              <a:t>그렇다고 </a:t>
            </a:r>
            <a:r>
              <a:rPr lang="ko-KR" altLang="en-US" sz="1200" dirty="0" err="1"/>
              <a:t>몇번에</a:t>
            </a:r>
            <a:r>
              <a:rPr lang="ko-KR" altLang="en-US" sz="1200" dirty="0"/>
              <a:t> 한번이라고 하기에는 </a:t>
            </a:r>
            <a:r>
              <a:rPr lang="ko-KR" altLang="en-US" sz="1200" dirty="0" err="1"/>
              <a:t>이상할듯</a:t>
            </a:r>
            <a:endParaRPr lang="en-US" altLang="ko-KR" sz="1200" dirty="0"/>
          </a:p>
          <a:p>
            <a:r>
              <a:rPr lang="ko-KR" altLang="en-US" sz="1200" dirty="0"/>
              <a:t>그나마 조우할 때 일정 시간 이내의 조우 거리보다 멀면 심박수 증가 폭을 줄이고 가까우면 원래의 </a:t>
            </a:r>
            <a:r>
              <a:rPr lang="ko-KR" altLang="en-US" sz="1200" dirty="0" err="1"/>
              <a:t>증가폭</a:t>
            </a:r>
            <a:r>
              <a:rPr lang="ko-KR" altLang="en-US" sz="1200" dirty="0"/>
              <a:t> 적용</a:t>
            </a:r>
            <a:r>
              <a:rPr lang="en-US" altLang="ko-KR" sz="1200" dirty="0"/>
              <a:t>?</a:t>
            </a:r>
            <a:br>
              <a:rPr lang="en-US" altLang="ko-KR" sz="1200" dirty="0"/>
            </a:br>
            <a:r>
              <a:rPr lang="ko-KR" altLang="en-US" sz="1200" dirty="0"/>
              <a:t>이거 </a:t>
            </a:r>
            <a:r>
              <a:rPr lang="ko-KR" altLang="en-US" sz="1200" b="1" dirty="0"/>
              <a:t>조우 심박수 감소 시간 잘 조절</a:t>
            </a:r>
            <a:r>
              <a:rPr lang="ko-KR" altLang="en-US" sz="1200" dirty="0"/>
              <a:t>하면 굳이 별 시스템 추가 없이 적용될 듯</a:t>
            </a:r>
            <a:r>
              <a:rPr lang="en-US" altLang="ko-KR" sz="1200" dirty="0"/>
              <a:t>?</a:t>
            </a:r>
          </a:p>
          <a:p>
            <a:endParaRPr lang="en-US" altLang="ko-KR" dirty="0"/>
          </a:p>
          <a:p>
            <a:r>
              <a:rPr lang="ko-KR" altLang="en-US" dirty="0">
                <a:solidFill>
                  <a:srgbClr val="FF0000"/>
                </a:solidFill>
              </a:rPr>
              <a:t>일단</a:t>
            </a:r>
            <a:r>
              <a:rPr lang="en-US" altLang="ko-KR" dirty="0">
                <a:solidFill>
                  <a:srgbClr val="FF0000"/>
                </a:solidFill>
              </a:rPr>
              <a:t> </a:t>
            </a:r>
            <a:r>
              <a:rPr lang="ko-KR" altLang="en-US" dirty="0">
                <a:solidFill>
                  <a:srgbClr val="FF0000"/>
                </a:solidFill>
              </a:rPr>
              <a:t>개발 후에 테스트하며 </a:t>
            </a:r>
            <a:r>
              <a:rPr lang="ko-KR" altLang="en-US" dirty="0" err="1">
                <a:solidFill>
                  <a:srgbClr val="FF0000"/>
                </a:solidFill>
              </a:rPr>
              <a:t>지켜보기로</a:t>
            </a:r>
            <a:endParaRPr lang="ko-KR" altLang="en-US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87740707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543</TotalTime>
  <Words>1116</Words>
  <Application>Microsoft Office PowerPoint</Application>
  <PresentationFormat>와이드스크린</PresentationFormat>
  <Paragraphs>105</Paragraphs>
  <Slides>11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11</vt:i4>
      </vt:variant>
    </vt:vector>
  </HeadingPairs>
  <TitlesOfParts>
    <vt:vector size="14" baseType="lpstr">
      <vt:lpstr>맑은 고딕</vt:lpstr>
      <vt:lpstr>Arial</vt:lpstr>
      <vt:lpstr>Office 테마</vt:lpstr>
      <vt:lpstr>백화점 화재사건</vt:lpstr>
      <vt:lpstr>기획 의도</vt:lpstr>
      <vt:lpstr>거리기반 심박수 마네킹이 근처에 있을 때 심장 박동음을 통해 플레이어의 긴장감을 유지하는 것을 목적으로 한다.</vt:lpstr>
      <vt:lpstr>조우 거리기반 심박수 변화 갑작스럽게 마네킹을 맞닥뜨렸을 때 심장 박동음의 변화로 자연스러운 점프스케어 효과를 유도한다.</vt:lpstr>
      <vt:lpstr>전체 심박수 시스템 심장 박동 효과음에 거리 기반 긴장 유지와 최초 조우에 따른 일시적 놀람을 함께 반영한다.</vt:lpstr>
      <vt:lpstr>수식으로 표현 codex에 던진거라 맹신X 애매하다 싶으면 연락 ㄱ</vt:lpstr>
      <vt:lpstr>개발 시 유의사항</vt:lpstr>
      <vt:lpstr>멀티 모드 사용 고려 개발 개발 리소스 낭비를 줄이기 위함</vt:lpstr>
      <vt:lpstr>거리기반 심박수 시스템과 조우기반 심박수 변화 시스템의 시간에 따른 감소 시스템 차이</vt:lpstr>
      <vt:lpstr>데이터 테이블에 추가가 필요한 변수</vt:lpstr>
      <vt:lpstr>조우 시스템 걱정거리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홍승우(2022184042)</dc:creator>
  <cp:lastModifiedBy>홍승우(2022184042)</cp:lastModifiedBy>
  <cp:revision>18</cp:revision>
  <dcterms:created xsi:type="dcterms:W3CDTF">2026-09-24T13:02:40Z</dcterms:created>
  <dcterms:modified xsi:type="dcterms:W3CDTF">2026-09-25T13:06:09Z</dcterms:modified>
</cp:coreProperties>
</file>