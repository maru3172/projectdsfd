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59" r:id="rId6"/>
    <p:sldId id="264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8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45AA7-8BAC-F6C9-FDC9-A4B9385FC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E8AFCF-6A80-BF2F-F41D-3A5361B9E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0537D-BC28-22C4-0A14-0AA83AA9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4423D-7379-3F6C-170A-9A77EC86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B072A-A8F7-5BEE-60E3-6CE82C52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8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9D6FA-FB56-2E79-686D-18DD4762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E98D6-E81A-BAEA-FFB1-821704EAD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F547E-EFCF-D374-95D5-4D0D0705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86475-647A-A778-D7E4-6DC0F567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44A4E-A832-2E29-4C0F-0C527C01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9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A25FD-593F-8E18-D48B-57241E58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885E50-B514-6964-B07F-946666FA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8C9D22-028F-32CC-E312-CFAB23CF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D27CD-1A0B-1B94-2574-6E1054BA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327299-3204-9CDE-FA87-0B6480C7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76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E616E-BB0C-A516-7975-F778D879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500C4-99BB-0CBA-52E8-86EFF070E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664827-6592-0253-D162-EF7DBFE5D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3A0E2C-C6B1-4E74-7981-6E18FA7C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4173CC-20A8-E669-D521-AA041DB0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913931-3B41-6123-DCE3-D97325C5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78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CF8D4-4E52-3652-337A-96FC650CF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D4E06-1701-34CE-CB99-80551CD4F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2606CE-3D86-876A-2B91-D892D7486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263574-B9FA-500E-24D7-CB46437F2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BBE7BD-E83B-B666-0F5E-9922EE0CB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492482-BDE5-E503-35C2-A544D279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4DE4D7-A201-600A-8063-F081EA0F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BA8D63-2724-D32A-F722-08DB9C5E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73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A6A4C-DA91-F826-782A-C8782C52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DF0103-75D9-64A6-A885-4D157063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98A9A-6D87-B0B8-A4EF-7C04D01B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204A07-0530-F1F7-E90D-E4CCB555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90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0DE927-617C-FA04-D72D-586E64CB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E8058A-A030-6322-078D-0E29C1AD6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A0328-A2C3-6B67-E280-78C21009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64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03D88-EB05-12D2-701B-4CCB441A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0E4323-C9E1-EEF7-6DA2-8933ECE64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FFE63-CD4C-DC08-3A04-8960A9022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DCDBB3-D346-5A51-57AB-E9962FF1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DDAF67-C7BA-647F-9C43-11A60E9F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51FA13-6CD1-CB85-DE6A-1DA54674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72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8CA59-D609-68EC-DF3C-551C28E3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647686-2B5B-8521-3628-EEDC90DF0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4E6AEB-49DB-C2AD-0AE0-88208986B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93EC3F-BCAD-35FE-ACFE-E2E0DB07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3261F9-DBCD-BCE1-ED22-0F99B752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AA8201-7967-4156-9996-5CDC71EF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6E404-92B7-4215-5076-E25D0815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C3A918-749D-DAAC-F52B-848B09658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48376-A6AA-6E21-9F3A-EAE9CE03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3D0AD-B82E-391A-C29D-101D0DD5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D75353-3423-C6C6-BCFB-D30AD5EE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25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5238D3-7849-C4A8-1426-192EEF31F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D4531-AD0D-617E-561F-1428ED6A4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0FD25-C0D0-7A1A-62A4-E674E25F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DB078A-586D-0968-7066-3774E340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E08A6-D9A1-055B-0B8D-9345E96D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0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A395F5-E1D4-3259-4ED8-57E68B46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7CB38-5638-70CD-D5DD-BFB18E6F5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419D46-BF99-947F-7DB0-7493F5870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445D0-BEDC-4F5A-9A89-838DB8B97AD6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D2405-0180-5B3C-2EC4-26219FFE8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8DF0A-0D0B-D9D3-B4AA-350EFC3DC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F7E81-1461-42AA-A029-976A0097B5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4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1F04F-C03F-2CD5-D548-B23B7853F6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백화점 화재사건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D8C1A5-EAE4-7E2C-56C5-8D3BDE67A0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멀티모드 기획서</a:t>
            </a:r>
            <a:endParaRPr lang="en-US" altLang="ko-KR" dirty="0"/>
          </a:p>
          <a:p>
            <a:r>
              <a:rPr lang="en-US" altLang="ko-KR" dirty="0"/>
              <a:t>@</a:t>
            </a:r>
            <a:r>
              <a:rPr lang="ko-KR" altLang="en-US" dirty="0" err="1"/>
              <a:t>이규아</a:t>
            </a:r>
            <a:r>
              <a:rPr lang="ko-KR" altLang="en-US" dirty="0"/>
              <a:t> </a:t>
            </a:r>
            <a:r>
              <a:rPr lang="en-US" altLang="ko-KR" dirty="0"/>
              <a:t>only</a:t>
            </a:r>
          </a:p>
          <a:p>
            <a:r>
              <a:rPr lang="ko-KR" altLang="en-US" dirty="0"/>
              <a:t>어쩌면 경철이도 </a:t>
            </a:r>
            <a:r>
              <a:rPr lang="ko-KR" altLang="en-US" dirty="0" err="1"/>
              <a:t>붙어야함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897C2-950D-5808-BAD0-F7A18FDECCE0}"/>
              </a:ext>
            </a:extLst>
          </p:cNvPr>
          <p:cNvSpPr txBox="1"/>
          <p:nvPr/>
        </p:nvSpPr>
        <p:spPr>
          <a:xfrm>
            <a:off x="1478390" y="2644170"/>
            <a:ext cx="9235220" cy="156966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ko-KR" altLang="en-US" sz="9600" dirty="0"/>
              <a:t>작성중인 문서임</a:t>
            </a:r>
          </a:p>
        </p:txBody>
      </p:sp>
    </p:spTree>
    <p:extLst>
      <p:ext uri="{BB962C8B-B14F-4D97-AF65-F5344CB8AC3E}">
        <p14:creationId xmlns:p14="http://schemas.microsoft.com/office/powerpoint/2010/main" val="47172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1089B-6742-25B1-405A-64BE4803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C69F9E-1814-D6E6-F7AB-ABE5CA9A5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졸업 작품으로써 서버와 동기화하는 경험에 대한 </a:t>
            </a:r>
            <a:br>
              <a:rPr lang="en-US" altLang="ko-KR" dirty="0"/>
            </a:br>
            <a:r>
              <a:rPr lang="ko-KR" altLang="en-US" dirty="0"/>
              <a:t>포트폴리오적 성향을 추가하기 위함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서버를 추가함으로써 생길 수 있는 </a:t>
            </a:r>
            <a:br>
              <a:rPr lang="en-US" altLang="ko-KR" dirty="0"/>
            </a:br>
            <a:r>
              <a:rPr lang="ko-KR" altLang="en-US" dirty="0"/>
              <a:t>게임 방향성 차이를 최소화하기 위함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싱글 모드 만으로는 게임의 수명이 제한적일 것이라 판단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973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E1699-0925-0D6A-8B17-81EB9F54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 게임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9C4069-6D95-4C1C-3FC4-35C41FF57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Don’t Look Away</a:t>
            </a:r>
            <a:endParaRPr lang="ko-KR" altLang="en-US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03D139C1-FCA0-5B44-72B4-DB39B78523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27931" y="2890893"/>
            <a:ext cx="4381500" cy="2047875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3B551B-A414-CCAA-58EE-A0FBFD939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Dead By Daylight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036246FC-FCF7-5674-6BA5-8F00218F50D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014753" y="2890893"/>
            <a:ext cx="3641771" cy="20466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96C556-25B4-EFF6-EC48-84394D474E87}"/>
              </a:ext>
            </a:extLst>
          </p:cNvPr>
          <p:cNvSpPr txBox="1"/>
          <p:nvPr/>
        </p:nvSpPr>
        <p:spPr>
          <a:xfrm>
            <a:off x="1763420" y="5264332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마네킹</a:t>
            </a:r>
            <a:r>
              <a:rPr lang="en-US" altLang="ko-KR" dirty="0"/>
              <a:t>, </a:t>
            </a:r>
            <a:r>
              <a:rPr lang="ko-KR" altLang="en-US" dirty="0"/>
              <a:t>전략 </a:t>
            </a:r>
            <a:r>
              <a:rPr lang="en-US" altLang="ko-KR" dirty="0" err="1"/>
              <a:t>pvp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게임 컨셉과 기반 시스템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F6D58-B76F-9B3D-35AE-23D38E593142}"/>
              </a:ext>
            </a:extLst>
          </p:cNvPr>
          <p:cNvSpPr txBox="1"/>
          <p:nvPr/>
        </p:nvSpPr>
        <p:spPr>
          <a:xfrm>
            <a:off x="6908668" y="5264332"/>
            <a:ext cx="3853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비대칭 </a:t>
            </a:r>
            <a:r>
              <a:rPr lang="en-US" altLang="ko-KR" dirty="0" err="1"/>
              <a:t>pvp</a:t>
            </a:r>
            <a:r>
              <a:rPr lang="en-US" altLang="ko-KR" dirty="0"/>
              <a:t>, </a:t>
            </a:r>
            <a:r>
              <a:rPr lang="ko-KR" altLang="en-US" dirty="0"/>
              <a:t>심박수</a:t>
            </a:r>
            <a:r>
              <a:rPr lang="en-US" altLang="ko-KR" dirty="0"/>
              <a:t>, </a:t>
            </a:r>
            <a:r>
              <a:rPr lang="ko-KR" altLang="en-US" dirty="0"/>
              <a:t>포획 및 </a:t>
            </a:r>
            <a:r>
              <a:rPr lang="ko-KR" altLang="en-US" dirty="0" err="1"/>
              <a:t>구출등</a:t>
            </a:r>
            <a:endParaRPr lang="en-US" altLang="ko-KR" dirty="0"/>
          </a:p>
          <a:p>
            <a:r>
              <a:rPr lang="ko-KR" altLang="en-US" dirty="0"/>
              <a:t>멀티플레이 컨셉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904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5BE43-53F0-061D-B91A-1E1EF337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 모드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F7AAF2-F555-FA73-0D15-87F2482CD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2:1 </a:t>
            </a:r>
            <a:r>
              <a:rPr lang="ko-KR" altLang="en-US" dirty="0"/>
              <a:t>비대칭 </a:t>
            </a:r>
            <a:r>
              <a:rPr lang="en-US" altLang="ko-KR" dirty="0" err="1"/>
              <a:t>pvp</a:t>
            </a:r>
            <a:r>
              <a:rPr lang="en-US" altLang="ko-KR" dirty="0"/>
              <a:t> </a:t>
            </a:r>
            <a:r>
              <a:rPr lang="ko-KR" altLang="en-US" dirty="0"/>
              <a:t>전략 게임</a:t>
            </a:r>
            <a:endParaRPr lang="en-US" altLang="ko-KR" dirty="0"/>
          </a:p>
          <a:p>
            <a:r>
              <a:rPr lang="ko-KR" altLang="en-US" dirty="0"/>
              <a:t>인간 플레이어 </a:t>
            </a:r>
            <a:r>
              <a:rPr lang="en-US" altLang="ko-KR" dirty="0"/>
              <a:t>2</a:t>
            </a:r>
            <a:r>
              <a:rPr lang="ko-KR" altLang="en-US" dirty="0"/>
              <a:t>인이 마네킹 플레이어가 조종하는 다수의 마네킹들에게서 잡히지 않고 백화점을 탈출하는 모드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3835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1EC87-8C0C-AA6B-B29E-B9E0F329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0F60E-6A70-0508-7EB5-CEADE1D91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인간 플레이어</a:t>
            </a:r>
            <a:r>
              <a:rPr lang="en-US" altLang="ko-KR" dirty="0"/>
              <a:t>(2</a:t>
            </a:r>
            <a:r>
              <a:rPr lang="ko-KR" altLang="en-US" dirty="0"/>
              <a:t>인</a:t>
            </a:r>
            <a:r>
              <a:rPr lang="en-US" altLang="ko-KR" dirty="0"/>
              <a:t>)</a:t>
            </a:r>
          </a:p>
          <a:p>
            <a:pPr>
              <a:lnSpc>
                <a:spcPct val="100000"/>
              </a:lnSpc>
            </a:pPr>
            <a:r>
              <a:rPr lang="ko-KR" altLang="en-US" sz="1200" b="0" dirty="0"/>
              <a:t>앞 뒤 시야 역할 분배를 통한 싱글 플레이 차별성 유지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2AB144-01A5-C1B1-5217-C0073CF9C7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시야 범위를 통해서 마네킹 정지</a:t>
            </a:r>
            <a:endParaRPr lang="en-US" altLang="ko-KR" dirty="0"/>
          </a:p>
          <a:p>
            <a:r>
              <a:rPr lang="ko-KR" altLang="en-US" dirty="0"/>
              <a:t>심박수</a:t>
            </a:r>
            <a:r>
              <a:rPr lang="en-US" altLang="ko-KR" dirty="0"/>
              <a:t>, </a:t>
            </a:r>
            <a:r>
              <a:rPr lang="ko-KR" altLang="en-US" dirty="0"/>
              <a:t>발소리를 활용하여 </a:t>
            </a:r>
            <a:br>
              <a:rPr lang="en-US" altLang="ko-KR" dirty="0"/>
            </a:br>
            <a:r>
              <a:rPr lang="ko-KR" altLang="en-US" dirty="0"/>
              <a:t>마네킹 위치 감지</a:t>
            </a:r>
            <a:br>
              <a:rPr lang="en-US" altLang="ko-KR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심박수</a:t>
            </a:r>
            <a:r>
              <a:rPr lang="en-US" altLang="ko-KR" sz="1200" dirty="0"/>
              <a:t>/</a:t>
            </a:r>
            <a:r>
              <a:rPr lang="ko-KR" altLang="en-US" sz="1200" dirty="0"/>
              <a:t>발소리는 해당 문서 참고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C4A8C4-87DD-3020-41D1-407AF9FDD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마네킹 플레이어</a:t>
            </a:r>
            <a:r>
              <a:rPr lang="en-US" altLang="ko-KR" dirty="0"/>
              <a:t>(1</a:t>
            </a:r>
            <a:r>
              <a:rPr lang="ko-KR" altLang="en-US" dirty="0"/>
              <a:t>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3D3176-5C4F-1D48-8AF8-1E609A99790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층별 마네킹 </a:t>
            </a:r>
            <a:r>
              <a:rPr lang="en-US" altLang="ko-KR" dirty="0"/>
              <a:t>10</a:t>
            </a:r>
            <a:r>
              <a:rPr lang="ko-KR" altLang="en-US" dirty="0"/>
              <a:t>기 조작</a:t>
            </a:r>
            <a:endParaRPr lang="en-US" altLang="ko-KR" dirty="0"/>
          </a:p>
          <a:p>
            <a:r>
              <a:rPr lang="ko-KR" altLang="en-US" dirty="0"/>
              <a:t>직접조작</a:t>
            </a:r>
            <a:r>
              <a:rPr lang="en-US" altLang="ko-KR" dirty="0"/>
              <a:t>, </a:t>
            </a:r>
            <a:r>
              <a:rPr lang="ko-KR" altLang="en-US" dirty="0" err="1"/>
              <a:t>자동추격</a:t>
            </a:r>
            <a:r>
              <a:rPr lang="en-US" altLang="ko-KR" dirty="0"/>
              <a:t> 2</a:t>
            </a:r>
            <a:r>
              <a:rPr lang="ko-KR" altLang="en-US" dirty="0"/>
              <a:t>개 모드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163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9B40F-C7FD-8AA5-76FC-6960C4EF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멀티 마네킹 조작 모드</a:t>
            </a:r>
            <a:br>
              <a:rPr lang="en-US" altLang="ko-KR" dirty="0"/>
            </a:br>
            <a:r>
              <a:rPr lang="ko-KR" altLang="en-US" sz="1300" dirty="0"/>
              <a:t>한사람이 </a:t>
            </a:r>
            <a:r>
              <a:rPr lang="en-US" altLang="ko-KR" sz="1300" dirty="0"/>
              <a:t>10</a:t>
            </a:r>
            <a:r>
              <a:rPr lang="ko-KR" altLang="en-US" sz="1300" dirty="0"/>
              <a:t>기의 마네킹을 모두 직접 조작하는 것은 너무나도 어렵기에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1A24A3-8FA8-6992-9B06-337A0DD8E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직접 조작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3B0A4C-E942-2FC4-E5E5-2494E700C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5267870"/>
            <a:ext cx="5157787" cy="3684588"/>
          </a:xfrm>
        </p:spPr>
        <p:txBody>
          <a:bodyPr/>
          <a:lstStyle/>
          <a:p>
            <a:r>
              <a:rPr lang="ko-KR" altLang="en-US" dirty="0"/>
              <a:t>마네킹 플레이어가 직접 조작하는 방식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8E4E4F-2663-9131-25A2-3246BE66E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자동 추격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D3E256-24DD-C0AF-ED61-E86063AD9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5267870"/>
            <a:ext cx="5183188" cy="3684588"/>
          </a:xfrm>
        </p:spPr>
        <p:txBody>
          <a:bodyPr/>
          <a:lstStyle/>
          <a:p>
            <a:r>
              <a:rPr lang="ko-KR" altLang="en-US" dirty="0"/>
              <a:t>마네킹의 일정 범위 내에 인간 플레이어가 존재할 때 최단 거리로 추격하는 방식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4F119C7-D896-41E8-48FC-F998E8C40FD8}"/>
              </a:ext>
            </a:extLst>
          </p:cNvPr>
          <p:cNvGrpSpPr/>
          <p:nvPr/>
        </p:nvGrpSpPr>
        <p:grpSpPr>
          <a:xfrm>
            <a:off x="2265362" y="2563858"/>
            <a:ext cx="2306638" cy="2306638"/>
            <a:chOff x="2265362" y="2390001"/>
            <a:chExt cx="2306638" cy="2306638"/>
          </a:xfrm>
        </p:grpSpPr>
        <p:pic>
          <p:nvPicPr>
            <p:cNvPr id="8" name="그래픽 7" descr="남자 단색으로 채워진">
              <a:extLst>
                <a:ext uri="{FF2B5EF4-FFF2-40B4-BE49-F238E27FC236}">
                  <a16:creationId xmlns:a16="http://schemas.microsoft.com/office/drawing/2014/main" id="{5D900B75-4B63-2C24-0418-612E9E4504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265362" y="2390001"/>
              <a:ext cx="2306638" cy="2306638"/>
            </a:xfrm>
            <a:prstGeom prst="rect">
              <a:avLst/>
            </a:prstGeom>
          </p:spPr>
        </p:pic>
        <p:pic>
          <p:nvPicPr>
            <p:cNvPr id="10" name="그래픽 9" descr="게임 컨트롤러 단색으로 채워진">
              <a:extLst>
                <a:ext uri="{FF2B5EF4-FFF2-40B4-BE49-F238E27FC236}">
                  <a16:creationId xmlns:a16="http://schemas.microsoft.com/office/drawing/2014/main" id="{F33C55F0-7807-D32E-5B9C-098161E0D1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32013" y="3043220"/>
              <a:ext cx="373336" cy="373336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F01E026-1070-465D-8F8B-66DD21F169C2}"/>
              </a:ext>
            </a:extLst>
          </p:cNvPr>
          <p:cNvGrpSpPr/>
          <p:nvPr/>
        </p:nvGrpSpPr>
        <p:grpSpPr>
          <a:xfrm>
            <a:off x="7144000" y="2904978"/>
            <a:ext cx="3239589" cy="1624399"/>
            <a:chOff x="7606369" y="2728526"/>
            <a:chExt cx="3239589" cy="1624399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D97FCFC-B5FE-B2F2-B46B-C33999F431C7}"/>
                </a:ext>
              </a:extLst>
            </p:cNvPr>
            <p:cNvSpPr/>
            <p:nvPr/>
          </p:nvSpPr>
          <p:spPr>
            <a:xfrm>
              <a:off x="7606369" y="3797753"/>
              <a:ext cx="3239589" cy="555172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래픽 13" descr="남자 단색으로 채워진">
              <a:extLst>
                <a:ext uri="{FF2B5EF4-FFF2-40B4-BE49-F238E27FC236}">
                  <a16:creationId xmlns:a16="http://schemas.microsoft.com/office/drawing/2014/main" id="{31DA8D6D-C6DA-E776-50E4-F1EA8119EB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4202"/>
            <a:stretch>
              <a:fillRect/>
            </a:stretch>
          </p:blipFill>
          <p:spPr>
            <a:xfrm>
              <a:off x="7606369" y="2728526"/>
              <a:ext cx="1061880" cy="1400948"/>
            </a:xfrm>
            <a:prstGeom prst="rect">
              <a:avLst/>
            </a:prstGeom>
          </p:spPr>
        </p:pic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11CF5F1C-7EF5-8AE1-9645-F58CDA8A6E74}"/>
                </a:ext>
              </a:extLst>
            </p:cNvPr>
            <p:cNvSpPr/>
            <p:nvPr/>
          </p:nvSpPr>
          <p:spPr>
            <a:xfrm flipH="1">
              <a:off x="8327571" y="3284880"/>
              <a:ext cx="898592" cy="28824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래픽 11" descr="남자 단색으로 채워진">
              <a:extLst>
                <a:ext uri="{FF2B5EF4-FFF2-40B4-BE49-F238E27FC236}">
                  <a16:creationId xmlns:a16="http://schemas.microsoft.com/office/drawing/2014/main" id="{BEDF2964-A69C-F476-6A77-9039EBA941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5690" y="2728526"/>
              <a:ext cx="1400948" cy="1400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581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906A5C4-13F4-1FA8-A3F0-737D74F5CEA6}"/>
              </a:ext>
            </a:extLst>
          </p:cNvPr>
          <p:cNvSpPr/>
          <p:nvPr/>
        </p:nvSpPr>
        <p:spPr>
          <a:xfrm>
            <a:off x="838200" y="1690688"/>
            <a:ext cx="9899650" cy="11485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E4AADF2D-677E-2E3A-9DC1-623F226B4CE2}"/>
              </a:ext>
            </a:extLst>
          </p:cNvPr>
          <p:cNvGrpSpPr/>
          <p:nvPr/>
        </p:nvGrpSpPr>
        <p:grpSpPr>
          <a:xfrm>
            <a:off x="722803" y="1642038"/>
            <a:ext cx="9314204" cy="1280914"/>
            <a:chOff x="749485" y="2869846"/>
            <a:chExt cx="9314204" cy="1280914"/>
          </a:xfrm>
        </p:grpSpPr>
        <p:pic>
          <p:nvPicPr>
            <p:cNvPr id="113" name="그래픽 112" descr="미로 윤곽선">
              <a:extLst>
                <a:ext uri="{FF2B5EF4-FFF2-40B4-BE49-F238E27FC236}">
                  <a16:creationId xmlns:a16="http://schemas.microsoft.com/office/drawing/2014/main" id="{24CC2721-EDC4-2A43-BB5A-D062E81F59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9485" y="2869846"/>
              <a:ext cx="1280914" cy="1280914"/>
            </a:xfrm>
            <a:prstGeom prst="rect">
              <a:avLst/>
            </a:prstGeom>
          </p:spPr>
        </p:pic>
        <p:pic>
          <p:nvPicPr>
            <p:cNvPr id="114" name="그래픽 113" descr="미로 윤곽선">
              <a:extLst>
                <a:ext uri="{FF2B5EF4-FFF2-40B4-BE49-F238E27FC236}">
                  <a16:creationId xmlns:a16="http://schemas.microsoft.com/office/drawing/2014/main" id="{E29358AD-3F4A-A7E0-4CCB-D2A1A3B19B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82775" y="2869846"/>
              <a:ext cx="1280914" cy="1280914"/>
            </a:xfrm>
            <a:prstGeom prst="rect">
              <a:avLst/>
            </a:prstGeom>
          </p:spPr>
        </p:pic>
        <p:pic>
          <p:nvPicPr>
            <p:cNvPr id="115" name="그래픽 114" descr="미로 윤곽선">
              <a:extLst>
                <a:ext uri="{FF2B5EF4-FFF2-40B4-BE49-F238E27FC236}">
                  <a16:creationId xmlns:a16="http://schemas.microsoft.com/office/drawing/2014/main" id="{AA20DC7F-BCD0-BF48-4ABD-47CAFBA29E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53646" y="2869846"/>
              <a:ext cx="1280914" cy="1280914"/>
            </a:xfrm>
            <a:prstGeom prst="rect">
              <a:avLst/>
            </a:prstGeom>
          </p:spPr>
        </p:pic>
        <p:pic>
          <p:nvPicPr>
            <p:cNvPr id="116" name="그래픽 115" descr="미로 윤곽선">
              <a:extLst>
                <a:ext uri="{FF2B5EF4-FFF2-40B4-BE49-F238E27FC236}">
                  <a16:creationId xmlns:a16="http://schemas.microsoft.com/office/drawing/2014/main" id="{1FE139E4-E1F1-AE77-D9BA-058BEA09EF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57807" y="2869846"/>
              <a:ext cx="1280914" cy="1280914"/>
            </a:xfrm>
            <a:prstGeom prst="rect">
              <a:avLst/>
            </a:prstGeom>
          </p:spPr>
        </p:pic>
        <p:pic>
          <p:nvPicPr>
            <p:cNvPr id="117" name="그래픽 116" descr="미로 윤곽선">
              <a:extLst>
                <a:ext uri="{FF2B5EF4-FFF2-40B4-BE49-F238E27FC236}">
                  <a16:creationId xmlns:a16="http://schemas.microsoft.com/office/drawing/2014/main" id="{A24E7FA2-8E67-EF0F-6CFD-E32337412B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61968" y="2869846"/>
              <a:ext cx="1280914" cy="1280914"/>
            </a:xfrm>
            <a:prstGeom prst="rect">
              <a:avLst/>
            </a:prstGeom>
          </p:spPr>
        </p:pic>
        <p:pic>
          <p:nvPicPr>
            <p:cNvPr id="118" name="그래픽 117" descr="미로 윤곽선">
              <a:extLst>
                <a:ext uri="{FF2B5EF4-FFF2-40B4-BE49-F238E27FC236}">
                  <a16:creationId xmlns:a16="http://schemas.microsoft.com/office/drawing/2014/main" id="{516EF62A-2457-D9F9-7F9F-53FBB5C20C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66129" y="2869846"/>
              <a:ext cx="1280914" cy="1280914"/>
            </a:xfrm>
            <a:prstGeom prst="rect">
              <a:avLst/>
            </a:prstGeom>
          </p:spPr>
        </p:pic>
        <p:pic>
          <p:nvPicPr>
            <p:cNvPr id="119" name="그래픽 118" descr="미로 윤곽선">
              <a:extLst>
                <a:ext uri="{FF2B5EF4-FFF2-40B4-BE49-F238E27FC236}">
                  <a16:creationId xmlns:a16="http://schemas.microsoft.com/office/drawing/2014/main" id="{284D2FAC-97D0-AFBA-8CDD-34B85DEE3A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70290" y="2869846"/>
              <a:ext cx="1280914" cy="1280914"/>
            </a:xfrm>
            <a:prstGeom prst="rect">
              <a:avLst/>
            </a:prstGeom>
          </p:spPr>
        </p:pic>
        <p:pic>
          <p:nvPicPr>
            <p:cNvPr id="120" name="그래픽 119" descr="미로 윤곽선">
              <a:extLst>
                <a:ext uri="{FF2B5EF4-FFF2-40B4-BE49-F238E27FC236}">
                  <a16:creationId xmlns:a16="http://schemas.microsoft.com/office/drawing/2014/main" id="{B06BDF19-B761-19D0-D83D-8D6F83C93D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74451" y="2869846"/>
              <a:ext cx="1280914" cy="1280914"/>
            </a:xfrm>
            <a:prstGeom prst="rect">
              <a:avLst/>
            </a:prstGeom>
          </p:spPr>
        </p:pic>
        <p:pic>
          <p:nvPicPr>
            <p:cNvPr id="121" name="그래픽 120" descr="미로 윤곽선">
              <a:extLst>
                <a:ext uri="{FF2B5EF4-FFF2-40B4-BE49-F238E27FC236}">
                  <a16:creationId xmlns:a16="http://schemas.microsoft.com/office/drawing/2014/main" id="{25DCC204-6219-2993-FB01-CA2CD0B97E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78612" y="2869846"/>
              <a:ext cx="1280914" cy="1280914"/>
            </a:xfrm>
            <a:prstGeom prst="rect">
              <a:avLst/>
            </a:prstGeom>
          </p:spPr>
        </p:pic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BC5B07-F5F2-BAFB-C2BE-FE2CE4847B91}"/>
              </a:ext>
            </a:extLst>
          </p:cNvPr>
          <p:cNvSpPr/>
          <p:nvPr/>
        </p:nvSpPr>
        <p:spPr>
          <a:xfrm>
            <a:off x="996950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EF1F8C2-052D-A894-F976-EA81D8A08DDB}"/>
              </a:ext>
            </a:extLst>
          </p:cNvPr>
          <p:cNvSpPr/>
          <p:nvPr/>
        </p:nvSpPr>
        <p:spPr>
          <a:xfrm>
            <a:off x="1871014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매장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612E6B3-D77D-2979-DCB3-29823613E1BE}"/>
              </a:ext>
            </a:extLst>
          </p:cNvPr>
          <p:cNvSpPr/>
          <p:nvPr/>
        </p:nvSpPr>
        <p:spPr>
          <a:xfrm>
            <a:off x="2745078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E59309E-5E15-12C1-2405-6326A38282C2}"/>
              </a:ext>
            </a:extLst>
          </p:cNvPr>
          <p:cNvSpPr/>
          <p:nvPr/>
        </p:nvSpPr>
        <p:spPr>
          <a:xfrm>
            <a:off x="3619142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559A516-778C-5C3A-81F6-20B1BC186868}"/>
              </a:ext>
            </a:extLst>
          </p:cNvPr>
          <p:cNvSpPr/>
          <p:nvPr/>
        </p:nvSpPr>
        <p:spPr>
          <a:xfrm>
            <a:off x="4493206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14B21D7-F36B-191C-32FD-14670E909921}"/>
              </a:ext>
            </a:extLst>
          </p:cNvPr>
          <p:cNvSpPr/>
          <p:nvPr/>
        </p:nvSpPr>
        <p:spPr>
          <a:xfrm>
            <a:off x="5367270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D3ADC78-12CD-BA38-D3EC-1196894ED9BB}"/>
              </a:ext>
            </a:extLst>
          </p:cNvPr>
          <p:cNvSpPr/>
          <p:nvPr/>
        </p:nvSpPr>
        <p:spPr>
          <a:xfrm>
            <a:off x="6241334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4350508-4600-B050-7B73-2D58E282FD2C}"/>
              </a:ext>
            </a:extLst>
          </p:cNvPr>
          <p:cNvSpPr/>
          <p:nvPr/>
        </p:nvSpPr>
        <p:spPr>
          <a:xfrm>
            <a:off x="7115398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22A967D-9FB5-6B26-B57C-944A57BC86EF}"/>
              </a:ext>
            </a:extLst>
          </p:cNvPr>
          <p:cNvSpPr/>
          <p:nvPr/>
        </p:nvSpPr>
        <p:spPr>
          <a:xfrm>
            <a:off x="7989462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8665749-92D3-83ED-4737-BC93A4E278B1}"/>
              </a:ext>
            </a:extLst>
          </p:cNvPr>
          <p:cNvSpPr/>
          <p:nvPr/>
        </p:nvSpPr>
        <p:spPr>
          <a:xfrm>
            <a:off x="8863526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AF19304-6DAB-BEDC-4B33-415B2E4770B7}"/>
              </a:ext>
            </a:extLst>
          </p:cNvPr>
          <p:cNvSpPr/>
          <p:nvPr/>
        </p:nvSpPr>
        <p:spPr>
          <a:xfrm>
            <a:off x="9737588" y="1807777"/>
            <a:ext cx="559706" cy="914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매장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6A6CA2-FE9C-76D7-1B14-56A6FB62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 모드 게임 플로우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8F37EB-021E-DC76-75E2-285290D0532D}"/>
              </a:ext>
            </a:extLst>
          </p:cNvPr>
          <p:cNvSpPr/>
          <p:nvPr/>
        </p:nvSpPr>
        <p:spPr>
          <a:xfrm>
            <a:off x="838200" y="2936014"/>
            <a:ext cx="9144000" cy="11485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9969A9-9395-6690-EA41-1D127E336923}"/>
              </a:ext>
            </a:extLst>
          </p:cNvPr>
          <p:cNvSpPr/>
          <p:nvPr/>
        </p:nvSpPr>
        <p:spPr>
          <a:xfrm>
            <a:off x="838200" y="4181339"/>
            <a:ext cx="10871200" cy="11485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33C7C8-81BC-4C84-3E24-BBC83FFAFE20}"/>
              </a:ext>
            </a:extLst>
          </p:cNvPr>
          <p:cNvSpPr/>
          <p:nvPr/>
        </p:nvSpPr>
        <p:spPr>
          <a:xfrm>
            <a:off x="838200" y="5426665"/>
            <a:ext cx="10807700" cy="114857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435494-2CC1-4541-BB47-26776B3FEBAB}"/>
              </a:ext>
            </a:extLst>
          </p:cNvPr>
          <p:cNvSpPr/>
          <p:nvPr/>
        </p:nvSpPr>
        <p:spPr>
          <a:xfrm>
            <a:off x="10426155" y="1690687"/>
            <a:ext cx="718456" cy="363923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3F</a:t>
            </a:r>
          </a:p>
          <a:p>
            <a:pPr algn="ctr"/>
            <a:r>
              <a:rPr lang="en-US" altLang="ko-KR" dirty="0"/>
              <a:t>-</a:t>
            </a:r>
          </a:p>
          <a:p>
            <a:pPr algn="ctr"/>
            <a:r>
              <a:rPr lang="en-US" altLang="ko-KR" dirty="0"/>
              <a:t>1F</a:t>
            </a:r>
          </a:p>
          <a:p>
            <a:pPr algn="ctr"/>
            <a:r>
              <a:rPr lang="en-US" altLang="ko-KR" dirty="0"/>
              <a:t>EV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1A480D-BD6B-519A-FC64-C45E5A05F015}"/>
              </a:ext>
            </a:extLst>
          </p:cNvPr>
          <p:cNvSpPr/>
          <p:nvPr/>
        </p:nvSpPr>
        <p:spPr>
          <a:xfrm>
            <a:off x="11273472" y="4181339"/>
            <a:ext cx="718456" cy="239390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1F</a:t>
            </a:r>
          </a:p>
          <a:p>
            <a:pPr algn="ctr"/>
            <a:r>
              <a:rPr lang="en-US" altLang="ko-KR" dirty="0"/>
              <a:t>-</a:t>
            </a:r>
          </a:p>
          <a:p>
            <a:pPr algn="ctr"/>
            <a:r>
              <a:rPr lang="en-US" altLang="ko-KR" dirty="0"/>
              <a:t>B1F</a:t>
            </a:r>
          </a:p>
          <a:p>
            <a:pPr algn="ctr"/>
            <a:r>
              <a:rPr lang="en-US" altLang="ko-KR" dirty="0"/>
              <a:t>EV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D3C6BB-079A-8145-5D64-CB2E3C96E3CC}"/>
              </a:ext>
            </a:extLst>
          </p:cNvPr>
          <p:cNvSpPr txBox="1"/>
          <p:nvPr/>
        </p:nvSpPr>
        <p:spPr>
          <a:xfrm>
            <a:off x="226970" y="2080311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09D3D4-BCF2-A797-2295-1A2390980024}"/>
              </a:ext>
            </a:extLst>
          </p:cNvPr>
          <p:cNvSpPr txBox="1"/>
          <p:nvPr/>
        </p:nvSpPr>
        <p:spPr>
          <a:xfrm>
            <a:off x="226970" y="3325637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9C9202-3920-160D-3E5C-AFFCD744A4D6}"/>
              </a:ext>
            </a:extLst>
          </p:cNvPr>
          <p:cNvSpPr txBox="1"/>
          <p:nvPr/>
        </p:nvSpPr>
        <p:spPr>
          <a:xfrm>
            <a:off x="226970" y="4570962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151D2B-8DCE-C107-CBC1-682015C26459}"/>
              </a:ext>
            </a:extLst>
          </p:cNvPr>
          <p:cNvSpPr txBox="1"/>
          <p:nvPr/>
        </p:nvSpPr>
        <p:spPr>
          <a:xfrm>
            <a:off x="161431" y="581628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B1F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5252B149-F595-A030-6481-273FAA936D84}"/>
              </a:ext>
            </a:extLst>
          </p:cNvPr>
          <p:cNvGrpSpPr/>
          <p:nvPr/>
        </p:nvGrpSpPr>
        <p:grpSpPr>
          <a:xfrm>
            <a:off x="749485" y="2869846"/>
            <a:ext cx="9314204" cy="1280914"/>
            <a:chOff x="749485" y="2869846"/>
            <a:chExt cx="9314204" cy="1280914"/>
          </a:xfrm>
        </p:grpSpPr>
        <p:pic>
          <p:nvPicPr>
            <p:cNvPr id="72" name="그래픽 71" descr="미로 윤곽선">
              <a:extLst>
                <a:ext uri="{FF2B5EF4-FFF2-40B4-BE49-F238E27FC236}">
                  <a16:creationId xmlns:a16="http://schemas.microsoft.com/office/drawing/2014/main" id="{C16940A3-053D-873A-A5C1-405F5B3F0D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9485" y="2869846"/>
              <a:ext cx="1280914" cy="1280914"/>
            </a:xfrm>
            <a:prstGeom prst="rect">
              <a:avLst/>
            </a:prstGeom>
          </p:spPr>
        </p:pic>
        <p:pic>
          <p:nvPicPr>
            <p:cNvPr id="84" name="그래픽 83" descr="미로 윤곽선">
              <a:extLst>
                <a:ext uri="{FF2B5EF4-FFF2-40B4-BE49-F238E27FC236}">
                  <a16:creationId xmlns:a16="http://schemas.microsoft.com/office/drawing/2014/main" id="{964D3DAE-0117-1F57-9EAA-9162BD8952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82775" y="2869846"/>
              <a:ext cx="1280914" cy="1280914"/>
            </a:xfrm>
            <a:prstGeom prst="rect">
              <a:avLst/>
            </a:prstGeom>
          </p:spPr>
        </p:pic>
        <p:pic>
          <p:nvPicPr>
            <p:cNvPr id="86" name="그래픽 85" descr="미로 윤곽선">
              <a:extLst>
                <a:ext uri="{FF2B5EF4-FFF2-40B4-BE49-F238E27FC236}">
                  <a16:creationId xmlns:a16="http://schemas.microsoft.com/office/drawing/2014/main" id="{78A41D4B-6B2A-5FA5-3DBF-1273875378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53646" y="2869846"/>
              <a:ext cx="1280914" cy="1280914"/>
            </a:xfrm>
            <a:prstGeom prst="rect">
              <a:avLst/>
            </a:prstGeom>
          </p:spPr>
        </p:pic>
        <p:pic>
          <p:nvPicPr>
            <p:cNvPr id="88" name="그래픽 87" descr="미로 윤곽선">
              <a:extLst>
                <a:ext uri="{FF2B5EF4-FFF2-40B4-BE49-F238E27FC236}">
                  <a16:creationId xmlns:a16="http://schemas.microsoft.com/office/drawing/2014/main" id="{BCB2BA13-B755-FD90-380D-A6EC39D4AB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57807" y="2869846"/>
              <a:ext cx="1280914" cy="1280914"/>
            </a:xfrm>
            <a:prstGeom prst="rect">
              <a:avLst/>
            </a:prstGeom>
          </p:spPr>
        </p:pic>
        <p:pic>
          <p:nvPicPr>
            <p:cNvPr id="90" name="그래픽 89" descr="미로 윤곽선">
              <a:extLst>
                <a:ext uri="{FF2B5EF4-FFF2-40B4-BE49-F238E27FC236}">
                  <a16:creationId xmlns:a16="http://schemas.microsoft.com/office/drawing/2014/main" id="{8274A9B1-C53A-00E8-9194-ABD77D7C9D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61968" y="2869846"/>
              <a:ext cx="1280914" cy="1280914"/>
            </a:xfrm>
            <a:prstGeom prst="rect">
              <a:avLst/>
            </a:prstGeom>
          </p:spPr>
        </p:pic>
        <p:pic>
          <p:nvPicPr>
            <p:cNvPr id="92" name="그래픽 91" descr="미로 윤곽선">
              <a:extLst>
                <a:ext uri="{FF2B5EF4-FFF2-40B4-BE49-F238E27FC236}">
                  <a16:creationId xmlns:a16="http://schemas.microsoft.com/office/drawing/2014/main" id="{960495B2-74D9-9CBA-3254-606BA66E88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66129" y="2869846"/>
              <a:ext cx="1280914" cy="1280914"/>
            </a:xfrm>
            <a:prstGeom prst="rect">
              <a:avLst/>
            </a:prstGeom>
          </p:spPr>
        </p:pic>
        <p:pic>
          <p:nvPicPr>
            <p:cNvPr id="94" name="그래픽 93" descr="미로 윤곽선">
              <a:extLst>
                <a:ext uri="{FF2B5EF4-FFF2-40B4-BE49-F238E27FC236}">
                  <a16:creationId xmlns:a16="http://schemas.microsoft.com/office/drawing/2014/main" id="{54058E43-B979-C38A-F0D7-35367C93C5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70290" y="2869846"/>
              <a:ext cx="1280914" cy="1280914"/>
            </a:xfrm>
            <a:prstGeom prst="rect">
              <a:avLst/>
            </a:prstGeom>
          </p:spPr>
        </p:pic>
        <p:pic>
          <p:nvPicPr>
            <p:cNvPr id="96" name="그래픽 95" descr="미로 윤곽선">
              <a:extLst>
                <a:ext uri="{FF2B5EF4-FFF2-40B4-BE49-F238E27FC236}">
                  <a16:creationId xmlns:a16="http://schemas.microsoft.com/office/drawing/2014/main" id="{FED758FC-56E8-44DE-7821-608EF206A0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74451" y="2869846"/>
              <a:ext cx="1280914" cy="1280914"/>
            </a:xfrm>
            <a:prstGeom prst="rect">
              <a:avLst/>
            </a:prstGeom>
          </p:spPr>
        </p:pic>
        <p:pic>
          <p:nvPicPr>
            <p:cNvPr id="98" name="그래픽 97" descr="미로 윤곽선">
              <a:extLst>
                <a:ext uri="{FF2B5EF4-FFF2-40B4-BE49-F238E27FC236}">
                  <a16:creationId xmlns:a16="http://schemas.microsoft.com/office/drawing/2014/main" id="{16C5A198-0E98-5622-8D08-593F3DB2BD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78612" y="2869846"/>
              <a:ext cx="1280914" cy="1280914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1A70FB0-BE8F-2368-4F4E-E9D8FEF40735}"/>
              </a:ext>
            </a:extLst>
          </p:cNvPr>
          <p:cNvGrpSpPr/>
          <p:nvPr/>
        </p:nvGrpSpPr>
        <p:grpSpPr>
          <a:xfrm>
            <a:off x="782551" y="4119699"/>
            <a:ext cx="9314204" cy="1280914"/>
            <a:chOff x="749485" y="2869846"/>
            <a:chExt cx="9314204" cy="1280914"/>
          </a:xfrm>
        </p:grpSpPr>
        <p:pic>
          <p:nvPicPr>
            <p:cNvPr id="103" name="그래픽 102" descr="미로 윤곽선">
              <a:extLst>
                <a:ext uri="{FF2B5EF4-FFF2-40B4-BE49-F238E27FC236}">
                  <a16:creationId xmlns:a16="http://schemas.microsoft.com/office/drawing/2014/main" id="{290B9BF1-E4CF-E07B-4F46-18D7A09829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9485" y="2869846"/>
              <a:ext cx="1280914" cy="1280914"/>
            </a:xfrm>
            <a:prstGeom prst="rect">
              <a:avLst/>
            </a:prstGeom>
          </p:spPr>
        </p:pic>
        <p:pic>
          <p:nvPicPr>
            <p:cNvPr id="104" name="그래픽 103" descr="미로 윤곽선">
              <a:extLst>
                <a:ext uri="{FF2B5EF4-FFF2-40B4-BE49-F238E27FC236}">
                  <a16:creationId xmlns:a16="http://schemas.microsoft.com/office/drawing/2014/main" id="{FDB81F91-CB7E-D830-1F3F-AA7907D13F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82775" y="2869846"/>
              <a:ext cx="1280914" cy="1280914"/>
            </a:xfrm>
            <a:prstGeom prst="rect">
              <a:avLst/>
            </a:prstGeom>
          </p:spPr>
        </p:pic>
        <p:pic>
          <p:nvPicPr>
            <p:cNvPr id="105" name="그래픽 104" descr="미로 윤곽선">
              <a:extLst>
                <a:ext uri="{FF2B5EF4-FFF2-40B4-BE49-F238E27FC236}">
                  <a16:creationId xmlns:a16="http://schemas.microsoft.com/office/drawing/2014/main" id="{993CD542-A630-27BB-8BD2-EA4A568A69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53646" y="2869846"/>
              <a:ext cx="1280914" cy="1280914"/>
            </a:xfrm>
            <a:prstGeom prst="rect">
              <a:avLst/>
            </a:prstGeom>
          </p:spPr>
        </p:pic>
        <p:pic>
          <p:nvPicPr>
            <p:cNvPr id="106" name="그래픽 105" descr="미로 윤곽선">
              <a:extLst>
                <a:ext uri="{FF2B5EF4-FFF2-40B4-BE49-F238E27FC236}">
                  <a16:creationId xmlns:a16="http://schemas.microsoft.com/office/drawing/2014/main" id="{33958B1D-A448-BF43-B2F6-0D68918A63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57807" y="2869846"/>
              <a:ext cx="1280914" cy="1280914"/>
            </a:xfrm>
            <a:prstGeom prst="rect">
              <a:avLst/>
            </a:prstGeom>
          </p:spPr>
        </p:pic>
        <p:pic>
          <p:nvPicPr>
            <p:cNvPr id="107" name="그래픽 106" descr="미로 윤곽선">
              <a:extLst>
                <a:ext uri="{FF2B5EF4-FFF2-40B4-BE49-F238E27FC236}">
                  <a16:creationId xmlns:a16="http://schemas.microsoft.com/office/drawing/2014/main" id="{787CFDDA-BE16-C509-8D52-BA3CBA2660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61968" y="2869846"/>
              <a:ext cx="1280914" cy="1280914"/>
            </a:xfrm>
            <a:prstGeom prst="rect">
              <a:avLst/>
            </a:prstGeom>
          </p:spPr>
        </p:pic>
        <p:pic>
          <p:nvPicPr>
            <p:cNvPr id="108" name="그래픽 107" descr="미로 윤곽선">
              <a:extLst>
                <a:ext uri="{FF2B5EF4-FFF2-40B4-BE49-F238E27FC236}">
                  <a16:creationId xmlns:a16="http://schemas.microsoft.com/office/drawing/2014/main" id="{8DAD6E5F-B32D-9D67-408E-783EF3DE34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66129" y="2869846"/>
              <a:ext cx="1280914" cy="1280914"/>
            </a:xfrm>
            <a:prstGeom prst="rect">
              <a:avLst/>
            </a:prstGeom>
          </p:spPr>
        </p:pic>
        <p:pic>
          <p:nvPicPr>
            <p:cNvPr id="109" name="그래픽 108" descr="미로 윤곽선">
              <a:extLst>
                <a:ext uri="{FF2B5EF4-FFF2-40B4-BE49-F238E27FC236}">
                  <a16:creationId xmlns:a16="http://schemas.microsoft.com/office/drawing/2014/main" id="{5F1F97A0-0572-666C-79B7-09639A9E65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70290" y="2869846"/>
              <a:ext cx="1280914" cy="1280914"/>
            </a:xfrm>
            <a:prstGeom prst="rect">
              <a:avLst/>
            </a:prstGeom>
          </p:spPr>
        </p:pic>
        <p:pic>
          <p:nvPicPr>
            <p:cNvPr id="110" name="그래픽 109" descr="미로 윤곽선">
              <a:extLst>
                <a:ext uri="{FF2B5EF4-FFF2-40B4-BE49-F238E27FC236}">
                  <a16:creationId xmlns:a16="http://schemas.microsoft.com/office/drawing/2014/main" id="{532C726F-49CD-8911-1A2F-4BC7024730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74451" y="2869846"/>
              <a:ext cx="1280914" cy="1280914"/>
            </a:xfrm>
            <a:prstGeom prst="rect">
              <a:avLst/>
            </a:prstGeom>
          </p:spPr>
        </p:pic>
        <p:pic>
          <p:nvPicPr>
            <p:cNvPr id="111" name="그래픽 110" descr="미로 윤곽선">
              <a:extLst>
                <a:ext uri="{FF2B5EF4-FFF2-40B4-BE49-F238E27FC236}">
                  <a16:creationId xmlns:a16="http://schemas.microsoft.com/office/drawing/2014/main" id="{1EA57B82-E581-2523-10F4-7DCBD210B6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78612" y="2869846"/>
              <a:ext cx="1280914" cy="1280914"/>
            </a:xfrm>
            <a:prstGeom prst="rect">
              <a:avLst/>
            </a:prstGeom>
          </p:spPr>
        </p:pic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42C1A26-364B-592E-AFC5-2F04CB4F2828}"/>
              </a:ext>
            </a:extLst>
          </p:cNvPr>
          <p:cNvSpPr/>
          <p:nvPr/>
        </p:nvSpPr>
        <p:spPr>
          <a:xfrm>
            <a:off x="3441748" y="4826726"/>
            <a:ext cx="529361" cy="503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출구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0F43CB-1BC5-80A5-B510-6FB3C47494C3}"/>
              </a:ext>
            </a:extLst>
          </p:cNvPr>
          <p:cNvSpPr/>
          <p:nvPr/>
        </p:nvSpPr>
        <p:spPr>
          <a:xfrm>
            <a:off x="1454150" y="2430440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에스컬레이터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435F74-72DA-F6AB-6295-37C95C327F50}"/>
              </a:ext>
            </a:extLst>
          </p:cNvPr>
          <p:cNvSpPr/>
          <p:nvPr/>
        </p:nvSpPr>
        <p:spPr>
          <a:xfrm>
            <a:off x="1765845" y="2430440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EBAA94-2B9D-65AC-C3C3-F3BE3FDB7C65}"/>
              </a:ext>
            </a:extLst>
          </p:cNvPr>
          <p:cNvSpPr/>
          <p:nvPr/>
        </p:nvSpPr>
        <p:spPr>
          <a:xfrm>
            <a:off x="5194300" y="2430440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577078-F411-CD7A-DE35-CEE4C6BA17D3}"/>
              </a:ext>
            </a:extLst>
          </p:cNvPr>
          <p:cNvSpPr/>
          <p:nvPr/>
        </p:nvSpPr>
        <p:spPr>
          <a:xfrm>
            <a:off x="5505995" y="2430440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202274-C91B-9DCC-B58D-11C1C86AD43A}"/>
              </a:ext>
            </a:extLst>
          </p:cNvPr>
          <p:cNvSpPr/>
          <p:nvPr/>
        </p:nvSpPr>
        <p:spPr>
          <a:xfrm>
            <a:off x="8864600" y="2430440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5D3207-22CF-1E8A-07AD-B7B152D4CC65}"/>
              </a:ext>
            </a:extLst>
          </p:cNvPr>
          <p:cNvSpPr/>
          <p:nvPr/>
        </p:nvSpPr>
        <p:spPr>
          <a:xfrm>
            <a:off x="9176295" y="2430440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9F7DF37-7DF0-8C1D-95DD-158C9F510BEC}"/>
              </a:ext>
            </a:extLst>
          </p:cNvPr>
          <p:cNvSpPr/>
          <p:nvPr/>
        </p:nvSpPr>
        <p:spPr>
          <a:xfrm>
            <a:off x="1464220" y="3675766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에스컬레이터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AFE4A81-2E7C-56AD-D74F-060093BE9B45}"/>
              </a:ext>
            </a:extLst>
          </p:cNvPr>
          <p:cNvSpPr/>
          <p:nvPr/>
        </p:nvSpPr>
        <p:spPr>
          <a:xfrm>
            <a:off x="1775915" y="3675766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253544A-545F-F9D8-78E1-D0E154648144}"/>
              </a:ext>
            </a:extLst>
          </p:cNvPr>
          <p:cNvSpPr/>
          <p:nvPr/>
        </p:nvSpPr>
        <p:spPr>
          <a:xfrm>
            <a:off x="5204370" y="3675766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B3A531D-E465-E780-17AA-EA05F59C6A12}"/>
              </a:ext>
            </a:extLst>
          </p:cNvPr>
          <p:cNvSpPr/>
          <p:nvPr/>
        </p:nvSpPr>
        <p:spPr>
          <a:xfrm>
            <a:off x="5516065" y="3675766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C4CAB7-C3F2-C6D9-EE5C-BEF138A63077}"/>
              </a:ext>
            </a:extLst>
          </p:cNvPr>
          <p:cNvSpPr/>
          <p:nvPr/>
        </p:nvSpPr>
        <p:spPr>
          <a:xfrm>
            <a:off x="8874670" y="3675766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732F2E4-40F2-4657-02AC-17A51EA0A671}"/>
              </a:ext>
            </a:extLst>
          </p:cNvPr>
          <p:cNvSpPr/>
          <p:nvPr/>
        </p:nvSpPr>
        <p:spPr>
          <a:xfrm>
            <a:off x="9186365" y="3675766"/>
            <a:ext cx="2159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에스컬레이터</a:t>
            </a:r>
            <a:endParaRPr lang="ko-KR" altLang="en-US" sz="800" dirty="0"/>
          </a:p>
        </p:txBody>
      </p:sp>
      <p:pic>
        <p:nvPicPr>
          <p:cNvPr id="123" name="그래픽 122" descr="교도소 단색으로 채워진">
            <a:extLst>
              <a:ext uri="{FF2B5EF4-FFF2-40B4-BE49-F238E27FC236}">
                <a16:creationId xmlns:a16="http://schemas.microsoft.com/office/drawing/2014/main" id="{F213F838-BBB1-3D1D-6507-DFEF1584F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137" y="5426665"/>
            <a:ext cx="1148578" cy="114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7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225</Words>
  <Application>Microsoft Office PowerPoint</Application>
  <PresentationFormat>와이드스크린</PresentationFormat>
  <Paragraphs>69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백화점 화재사건</vt:lpstr>
      <vt:lpstr>기획의도</vt:lpstr>
      <vt:lpstr>레퍼런스 게임</vt:lpstr>
      <vt:lpstr>멀티 모드 소개</vt:lpstr>
      <vt:lpstr>플레이어</vt:lpstr>
      <vt:lpstr>멀티 마네킹 조작 모드 한사람이 10기의 마네킹을 모두 직접 조작하는 것은 너무나도 어렵기에</vt:lpstr>
      <vt:lpstr>멀티 모드 게임 플로우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홍승우(2022184042)</dc:creator>
  <cp:lastModifiedBy>홍승우(2022184042)</cp:lastModifiedBy>
  <cp:revision>6</cp:revision>
  <dcterms:created xsi:type="dcterms:W3CDTF">2026-09-26T08:28:25Z</dcterms:created>
  <dcterms:modified xsi:type="dcterms:W3CDTF">2026-09-26T11:32:27Z</dcterms:modified>
</cp:coreProperties>
</file>