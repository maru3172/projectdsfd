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5" r:id="rId9"/>
    <p:sldId id="266" r:id="rId10"/>
    <p:sldId id="262" r:id="rId11"/>
    <p:sldId id="263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B20F5-92F7-30BA-9049-424929FFB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681DAF-E560-A9E9-4BF6-62E791F1E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6E0BAC-0EAB-678E-B4C7-8905FC29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64EB4-FFB6-4877-B637-4CE066FA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BB470-6AA8-9C3D-7397-8167FB4C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36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68344-79A4-2647-0E85-11CE667B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273DCA-7057-3896-30CD-FED1453BE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BDB8E-D1C3-293D-E787-50C5A1ED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9469D6-65B2-D3F0-B26F-86CA6C2D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6CB60C-A005-B70C-18A3-5BD450CB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28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7EE35-5997-9BAC-D745-D1B1CBB3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1E59C2-5AE6-FAE4-6D73-F66A4C563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B1E201-6158-ED50-94C0-91BB71FA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283A92-7D60-CED1-E20E-A061DD78C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71CB23-4549-5C16-685B-BCEFA79B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63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F3207-C56D-2E44-FF42-93B14C26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17643-7F6E-DF2D-C279-71B1FD751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1A08EB-40FB-A831-41CF-9363D50D6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9E578C-076F-3C59-A0D6-1ED6CAF0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4AD96-0BAF-A89C-32F3-A190F373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C81C32-DBCB-064E-26E6-A457037C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9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28396-8CAE-307E-9403-FA67CD08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8E34CE-9439-8FFC-5864-3B15DBDEA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949960-B5BD-E536-74F1-CF73423F3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1F222B-4B7D-B85F-1FDD-271D340D2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2698E2-76B3-8BBC-9722-5C3BA5155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FE99F-A470-5C58-AE18-F4B8D994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22DB99-0A42-FFF8-F094-8E20A138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A478F0-7E22-C929-5B05-C9C572A5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05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2308F-A8FE-0D68-F158-E9167854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59D9E7-9F59-0F2E-3CFA-9D700F5B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E51341-F736-EF97-A991-A94C6741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48A206-9AEE-1388-369C-389F5593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59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071851-D901-BACF-F3DB-E784E3C0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30E2A1-68C3-641F-7C35-4F9F43E1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9102-C860-4C16-CC89-B99CFD0E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5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44DF9-964E-AAA6-8829-ECDFC43D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183C9C-AFFA-3CAC-C5B7-1D0921C3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5862E9-6181-D09B-517E-672D38978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34203E-9D80-7D64-657F-7BC4CD90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9CDAE3-7C01-73F0-17E8-100402CD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FB65C0-60A5-C194-8BAD-BF7BFE7D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45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BC9FA-6DE7-00C7-9099-49A3373D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DAAFE0-D258-26F2-7FEE-E8ED63A8D89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ABB7A6-E1F5-73B7-4493-969094773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80B375-C3A8-DE79-1C5B-8F5F498F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20EE6-1EF1-023D-CDAB-FC4C524D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4FBF1A-3858-8711-034E-1CFE7C4F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83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24F00-7C48-25B0-0460-9404A82E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B926F8-647E-8312-6730-E0AA8BDD7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35A86-1059-B1D0-CA46-CA13B7EC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711B2-9018-BE79-9820-62214578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F9941-CDCB-5947-D671-E8346DAE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51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22E58F-FC98-83DD-372C-007BCDDB8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893F54-218E-D9CF-79E5-32B42E838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CF89F8-66BE-058C-5E10-86559F3B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BB9705-81C0-B3D5-E453-6E47A702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46D9D5-66CF-C4FE-C077-E206F9F5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26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DBACF4-07EC-1A7C-AC7B-A4F29F451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A79EB9-D245-98B3-918C-8BEC291F8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55ECA-0EA0-2FED-94E4-2512FAA60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8D0BC-BCA5-47AE-B79A-214BEC73B684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9C9EB-3909-7D9F-CBF6-35CE33531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E3E8D-1F28-DF34-4A80-E7001F6CC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804B3-E1A7-4D1B-AD74-E899176E4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511C5-B79F-A98F-BD2D-E01C0678D7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3D</a:t>
            </a:r>
            <a:r>
              <a:rPr lang="ko-KR" altLang="en-US" dirty="0"/>
              <a:t>애니메이션</a:t>
            </a:r>
            <a:r>
              <a:rPr lang="en-US" altLang="ko-KR" dirty="0"/>
              <a:t>2</a:t>
            </a:r>
            <a:br>
              <a:rPr lang="en-US" altLang="ko-KR" dirty="0"/>
            </a:br>
            <a:r>
              <a:rPr lang="ko-KR" altLang="en-US" dirty="0"/>
              <a:t>최종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DBEF96-9652-F5D0-626D-B2DB337BB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졸업작품 </a:t>
            </a:r>
            <a:r>
              <a:rPr lang="en-US" altLang="ko-KR" dirty="0"/>
              <a:t>&lt;</a:t>
            </a:r>
            <a:r>
              <a:rPr lang="ko-KR" altLang="en-US" dirty="0"/>
              <a:t>백화점 화재 사건</a:t>
            </a:r>
            <a:r>
              <a:rPr lang="en-US" altLang="ko-KR" dirty="0"/>
              <a:t>&gt; PV </a:t>
            </a:r>
            <a:r>
              <a:rPr lang="ko-KR" altLang="en-US" dirty="0"/>
              <a:t>제작 계획서</a:t>
            </a:r>
            <a:endParaRPr lang="en-US" altLang="ko-KR" dirty="0"/>
          </a:p>
          <a:p>
            <a:r>
              <a:rPr lang="en-US" altLang="ko-KR"/>
              <a:t>2022184042 </a:t>
            </a:r>
            <a:r>
              <a:rPr lang="ko-KR" altLang="en-US"/>
              <a:t>홍승우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839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5FDE7-5BCE-4D0C-BA1D-2A6E3345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19980-43FB-C3B4-E3EB-722CC9E1F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백화점 화재 사건</a:t>
            </a:r>
            <a:r>
              <a:rPr lang="en-US" altLang="ko-KR" dirty="0"/>
              <a:t>&gt;</a:t>
            </a:r>
            <a:r>
              <a:rPr lang="ko-KR" altLang="en-US" dirty="0"/>
              <a:t>의 게임 컨셉</a:t>
            </a:r>
          </a:p>
        </p:txBody>
      </p:sp>
    </p:spTree>
    <p:extLst>
      <p:ext uri="{BB962C8B-B14F-4D97-AF65-F5344CB8AC3E}">
        <p14:creationId xmlns:p14="http://schemas.microsoft.com/office/powerpoint/2010/main" val="81051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17B54-5520-0C45-609C-31471395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플레이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79C76-3006-31DE-1020-C715C39F2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8987"/>
            <a:ext cx="10515600" cy="4351338"/>
          </a:xfrm>
        </p:spPr>
        <p:txBody>
          <a:bodyPr/>
          <a:lstStyle/>
          <a:p>
            <a:r>
              <a:rPr lang="ko-KR" altLang="en-US" dirty="0"/>
              <a:t>화재사건으로 인해 방화 셔터가 작동하여 미로처럼 변한 백화점 내부에서</a:t>
            </a:r>
            <a:endParaRPr lang="en-US" altLang="ko-KR" dirty="0"/>
          </a:p>
          <a:p>
            <a:r>
              <a:rPr lang="ko-KR" altLang="en-US" dirty="0"/>
              <a:t>파트너 캐릭터와 함께 행동하며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마네킹</a:t>
            </a:r>
            <a:r>
              <a:rPr lang="en-US" altLang="ko-KR" dirty="0"/>
              <a:t>’</a:t>
            </a:r>
            <a:r>
              <a:rPr lang="ko-KR" altLang="en-US" dirty="0"/>
              <a:t>이라 불리는 </a:t>
            </a:r>
            <a:r>
              <a:rPr lang="ko-KR" altLang="en-US" dirty="0" err="1"/>
              <a:t>크리쳐들에게서</a:t>
            </a:r>
            <a:r>
              <a:rPr lang="ko-KR" altLang="en-US" dirty="0"/>
              <a:t> 살아남아 탈출하거나</a:t>
            </a:r>
            <a:endParaRPr lang="en-US" altLang="ko-KR" dirty="0"/>
          </a:p>
          <a:p>
            <a:r>
              <a:rPr lang="ko-KR" altLang="en-US" dirty="0"/>
              <a:t>화재사건의 진상을 밝혀 해결하는 게임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5DA2E46-A130-04A8-3DDC-A14796F7BF69}"/>
              </a:ext>
            </a:extLst>
          </p:cNvPr>
          <p:cNvGrpSpPr/>
          <p:nvPr/>
        </p:nvGrpSpPr>
        <p:grpSpPr>
          <a:xfrm>
            <a:off x="3044205" y="1741156"/>
            <a:ext cx="6103591" cy="1975714"/>
            <a:chOff x="2970961" y="1741156"/>
            <a:chExt cx="6103591" cy="197571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FE7AD50-ACF7-CA6C-DA53-14C155C71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1140" y="1741156"/>
              <a:ext cx="2943412" cy="197571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AD21A10-D764-8AFD-C472-A8987D717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0961" y="1741156"/>
              <a:ext cx="2943412" cy="1975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520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5033E-E873-B53D-4A3C-BAF1E3C3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디자인 컨셉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D9ACCC4-3D0E-F903-155F-F93103518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186" y="2103946"/>
            <a:ext cx="2914671" cy="2185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5D27F75-FC66-65C5-6E29-48185BADD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603" y="2103946"/>
            <a:ext cx="2185394" cy="2185394"/>
          </a:xfrm>
          <a:prstGeom prst="rect">
            <a:avLst/>
          </a:prstGeom>
        </p:spPr>
      </p:pic>
      <p:pic>
        <p:nvPicPr>
          <p:cNvPr id="11" name="그림 10" descr="성장 멈춘 백화점... 복합쇼핑몰로 살길 찾는 롯데·신세계-경제ㅣ한국일보">
            <a:extLst>
              <a:ext uri="{FF2B5EF4-FFF2-40B4-BE49-F238E27FC236}">
                <a16:creationId xmlns:a16="http://schemas.microsoft.com/office/drawing/2014/main" id="{BDE15C98-1E07-48CB-E774-A70DF4FBE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49" y="2103946"/>
            <a:ext cx="3278091" cy="21853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DE1171-D071-B812-03C8-8CAB4DC8EB32}"/>
              </a:ext>
            </a:extLst>
          </p:cNvPr>
          <p:cNvSpPr txBox="1"/>
          <p:nvPr/>
        </p:nvSpPr>
        <p:spPr>
          <a:xfrm>
            <a:off x="1245778" y="4593726"/>
            <a:ext cx="3050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백화점</a:t>
            </a:r>
            <a:r>
              <a:rPr lang="en-US" altLang="ko-KR" b="1" dirty="0"/>
              <a:t> </a:t>
            </a:r>
            <a:r>
              <a:rPr lang="ko-KR" altLang="en-US" b="1" dirty="0"/>
              <a:t>내부</a:t>
            </a:r>
            <a:endParaRPr lang="en-US" altLang="ko-KR" b="1" dirty="0"/>
          </a:p>
          <a:p>
            <a:pPr algn="ctr"/>
            <a:r>
              <a:rPr lang="ko-KR" altLang="en-US" dirty="0"/>
              <a:t>일상적 환경 중 폐쇄적 공간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BE2291-3BB1-8B70-5936-81F9E0C23A0E}"/>
              </a:ext>
            </a:extLst>
          </p:cNvPr>
          <p:cNvSpPr txBox="1"/>
          <p:nvPr/>
        </p:nvSpPr>
        <p:spPr>
          <a:xfrm>
            <a:off x="5039979" y="4593726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방화 셔터</a:t>
            </a:r>
            <a:br>
              <a:rPr lang="en-US" altLang="ko-KR" dirty="0"/>
            </a:br>
            <a:r>
              <a:rPr lang="ko-KR" altLang="en-US" dirty="0"/>
              <a:t>셔터 특유의 비일상적 요소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2ABF8F-CA7A-A2F7-8566-2FD3DAE754EE}"/>
              </a:ext>
            </a:extLst>
          </p:cNvPr>
          <p:cNvSpPr txBox="1"/>
          <p:nvPr/>
        </p:nvSpPr>
        <p:spPr>
          <a:xfrm>
            <a:off x="8634885" y="4593726"/>
            <a:ext cx="21948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마네킹</a:t>
            </a:r>
            <a:br>
              <a:rPr lang="en-US" altLang="ko-KR" dirty="0"/>
            </a:br>
            <a:r>
              <a:rPr lang="ko-KR" altLang="en-US" dirty="0"/>
              <a:t>불쾌한 골짜기 유발</a:t>
            </a:r>
            <a:endParaRPr lang="en-US" altLang="ko-KR" dirty="0"/>
          </a:p>
          <a:p>
            <a:pPr algn="ctr"/>
            <a:r>
              <a:rPr lang="ko-KR" altLang="en-US" dirty="0"/>
              <a:t>군집의 형태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2189A4-814B-DD99-960D-2ABCFC4492E6}"/>
              </a:ext>
            </a:extLst>
          </p:cNvPr>
          <p:cNvSpPr txBox="1"/>
          <p:nvPr/>
        </p:nvSpPr>
        <p:spPr>
          <a:xfrm>
            <a:off x="1795523" y="5930315"/>
            <a:ext cx="8600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일상</a:t>
            </a:r>
            <a:r>
              <a:rPr lang="ko-KR" altLang="en-US" sz="1800" dirty="0"/>
              <a:t>적인 배경에서 비일상적인 상황으로 인한 괴리감을 통한 긴장</a:t>
            </a:r>
            <a:r>
              <a:rPr lang="en-US" altLang="ko-KR" sz="1800" dirty="0"/>
              <a:t>, </a:t>
            </a:r>
            <a:r>
              <a:rPr lang="ko-KR" altLang="en-US" sz="1800" dirty="0"/>
              <a:t>두려움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373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DFF81-8E36-6929-4B4E-0B351380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 보드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0CEE3-507A-DE7D-5639-D1719B336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제작 </a:t>
            </a:r>
            <a:r>
              <a:rPr lang="ko-KR" altLang="en-US" dirty="0" err="1"/>
              <a:t>컷씬</a:t>
            </a:r>
            <a:r>
              <a:rPr lang="ko-KR" altLang="en-US" dirty="0"/>
              <a:t> 구체화</a:t>
            </a:r>
          </a:p>
        </p:txBody>
      </p:sp>
    </p:spTree>
    <p:extLst>
      <p:ext uri="{BB962C8B-B14F-4D97-AF65-F5344CB8AC3E}">
        <p14:creationId xmlns:p14="http://schemas.microsoft.com/office/powerpoint/2010/main" val="324630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68130-F2B9-C192-0FF1-FE44C94E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#1 </a:t>
            </a:r>
            <a:r>
              <a:rPr lang="ko-KR" altLang="en-US" dirty="0" err="1"/>
              <a:t>인트로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15C5F5-1645-EF6C-E80D-D7D9406D0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05239"/>
            <a:ext cx="3173804" cy="44876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D7AE8A-3C2C-AE22-E81A-01967E85F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098" y="2005239"/>
            <a:ext cx="3173804" cy="44876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DF2C60-8A4B-1D50-296A-39A5A5ABA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996" y="2005239"/>
            <a:ext cx="3173804" cy="44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BEDF-AC07-EE00-C879-D52C1F0A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#2 </a:t>
            </a:r>
            <a:r>
              <a:rPr lang="ko-KR" altLang="en-US" dirty="0"/>
              <a:t>게임플레이 연출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D5F84F-F217-46DD-490B-43223560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359" y="2405380"/>
            <a:ext cx="3322320" cy="24917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B16AF6-B3BE-62E5-B971-88FBCCFD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617" y="2405380"/>
            <a:ext cx="4427406" cy="24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4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6C71A-C414-43C9-E550-4751DE94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#3 </a:t>
            </a:r>
            <a:r>
              <a:rPr lang="ko-KR" altLang="en-US" dirty="0"/>
              <a:t>추가 이벤트 연출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29C514-AB6F-7C7C-0A75-8C093CAB0B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2"/>
          <a:stretch>
            <a:fillRect/>
          </a:stretch>
        </p:blipFill>
        <p:spPr>
          <a:xfrm>
            <a:off x="2077667" y="4297165"/>
            <a:ext cx="3548380" cy="19910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1E3488A-08B0-6D45-0AD9-4BEEF1703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931579"/>
            <a:ext cx="3548380" cy="23655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0255CE3-DA22-98FD-3E94-8A59DC003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4297165"/>
            <a:ext cx="3548380" cy="19910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8A525AA-17D0-F9C9-0332-0E9DC56D8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667" y="1931578"/>
            <a:ext cx="3548380" cy="236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2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41BCF-2773-AFFF-17E4-938E8E54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#4 </a:t>
            </a:r>
            <a:r>
              <a:rPr lang="ko-KR" altLang="en-US" dirty="0"/>
              <a:t>엔딩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E6ABC6-D991-2EB6-073B-F88FE5BE6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218" y="2568102"/>
            <a:ext cx="3372429" cy="22482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E6B5FF-C046-5E38-6389-FD0307F45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775" y="2568102"/>
            <a:ext cx="3994829" cy="224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57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6D4EF-632A-AFB2-81BD-D71F9536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 모델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95018C-A74D-CB9B-22F8-F721DE357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제작 모델</a:t>
            </a:r>
            <a:r>
              <a:rPr lang="en-US" altLang="ko-KR" dirty="0"/>
              <a:t>,</a:t>
            </a:r>
            <a:r>
              <a:rPr lang="ko-KR" altLang="en-US" dirty="0"/>
              <a:t> 사용 모델 구분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548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65D15-ACD2-076D-361C-49B22683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제작할 모델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C163E4-A9F5-37F0-8E4C-EDEB39936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r="50000"/>
          <a:stretch>
            <a:fillRect/>
          </a:stretch>
        </p:blipFill>
        <p:spPr>
          <a:xfrm>
            <a:off x="571982" y="2648480"/>
            <a:ext cx="1234440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23C2C7B-CE62-E6EB-D855-CD8E433EB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06423" y="3099547"/>
            <a:ext cx="1872358" cy="2789431"/>
          </a:xfrm>
          <a:prstGeom prst="rect">
            <a:avLst/>
          </a:prstGeom>
        </p:spPr>
      </p:pic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230FAE6D-7739-39A6-826F-C3D8A04A9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002" y="3703584"/>
            <a:ext cx="2914671" cy="2185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AC0C6CB-8936-F29C-ACFD-B37C9A1FC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260" y="3703584"/>
            <a:ext cx="2185394" cy="2185394"/>
          </a:xfrm>
          <a:prstGeom prst="rect">
            <a:avLst/>
          </a:prstGeom>
        </p:spPr>
      </p:pic>
      <p:pic>
        <p:nvPicPr>
          <p:cNvPr id="10" name="그림 9" descr="성장 멈춘 백화점... 복합쇼핑몰로 살길 찾는 롯데·신세계-경제ㅣ한국일보">
            <a:extLst>
              <a:ext uri="{FF2B5EF4-FFF2-40B4-BE49-F238E27FC236}">
                <a16:creationId xmlns:a16="http://schemas.microsoft.com/office/drawing/2014/main" id="{5E9397DB-5F6E-1671-35AD-D9D1D5118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4771" y="4388158"/>
            <a:ext cx="2251229" cy="1500819"/>
          </a:xfrm>
          <a:prstGeom prst="rect">
            <a:avLst/>
          </a:prstGeom>
        </p:spPr>
      </p:pic>
      <p:pic>
        <p:nvPicPr>
          <p:cNvPr id="11" name="그림 10" descr="점포 안내 | 스타필드 하남">
            <a:extLst>
              <a:ext uri="{FF2B5EF4-FFF2-40B4-BE49-F238E27FC236}">
                <a16:creationId xmlns:a16="http://schemas.microsoft.com/office/drawing/2014/main" id="{C8953FBE-4AF5-E12C-88CF-9D5A0B6BCF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5294" y="2147452"/>
            <a:ext cx="2240706" cy="22407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393097-BB47-9A34-8B02-800B21107977}"/>
              </a:ext>
            </a:extLst>
          </p:cNvPr>
          <p:cNvSpPr txBox="1"/>
          <p:nvPr/>
        </p:nvSpPr>
        <p:spPr>
          <a:xfrm>
            <a:off x="571982" y="60774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플레이어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D5D51F-26F9-646F-DEB7-88BB2DAD04D8}"/>
              </a:ext>
            </a:extLst>
          </p:cNvPr>
          <p:cNvSpPr txBox="1"/>
          <p:nvPr/>
        </p:nvSpPr>
        <p:spPr>
          <a:xfrm>
            <a:off x="2387015" y="60774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파트너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2CFAD6-27E2-E372-D01B-4AFEEBBCA21B}"/>
              </a:ext>
            </a:extLst>
          </p:cNvPr>
          <p:cNvSpPr txBox="1"/>
          <p:nvPr/>
        </p:nvSpPr>
        <p:spPr>
          <a:xfrm>
            <a:off x="4098992" y="6077480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백화점 내</a:t>
            </a:r>
            <a:r>
              <a:rPr lang="en-US" altLang="ko-KR" dirty="0"/>
              <a:t>/</a:t>
            </a:r>
            <a:r>
              <a:rPr lang="ko-KR" altLang="en-US" dirty="0"/>
              <a:t>외부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508C4C-FBAA-56BD-AC2E-E5CEB7EAD55B}"/>
              </a:ext>
            </a:extLst>
          </p:cNvPr>
          <p:cNvSpPr txBox="1"/>
          <p:nvPr/>
        </p:nvSpPr>
        <p:spPr>
          <a:xfrm>
            <a:off x="7359370" y="60774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방화셔터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27BDE-59E6-529E-355C-340A96706F57}"/>
              </a:ext>
            </a:extLst>
          </p:cNvPr>
          <p:cNvSpPr txBox="1"/>
          <p:nvPr/>
        </p:nvSpPr>
        <p:spPr>
          <a:xfrm>
            <a:off x="9984959" y="60774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플레이어</a:t>
            </a:r>
          </a:p>
        </p:txBody>
      </p:sp>
    </p:spTree>
    <p:extLst>
      <p:ext uri="{BB962C8B-B14F-4D97-AF65-F5344CB8AC3E}">
        <p14:creationId xmlns:p14="http://schemas.microsoft.com/office/powerpoint/2010/main" val="50116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EA6BF-997F-9355-84C1-20093D266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사용할 모델</a:t>
            </a:r>
          </a:p>
        </p:txBody>
      </p:sp>
    </p:spTree>
    <p:extLst>
      <p:ext uri="{BB962C8B-B14F-4D97-AF65-F5344CB8AC3E}">
        <p14:creationId xmlns:p14="http://schemas.microsoft.com/office/powerpoint/2010/main" val="303198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130</Words>
  <Application>Microsoft Office PowerPoint</Application>
  <PresentationFormat>와이드스크린</PresentationFormat>
  <Paragraphs>32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3D애니메이션2 최종 프로젝트</vt:lpstr>
      <vt:lpstr>게임 소개</vt:lpstr>
      <vt:lpstr>게임 플레이 요약</vt:lpstr>
      <vt:lpstr>게임 디자인 컨셉</vt:lpstr>
      <vt:lpstr>스토리 보드</vt:lpstr>
      <vt:lpstr>#1 인트로</vt:lpstr>
      <vt:lpstr>#2 게임플레이 연출</vt:lpstr>
      <vt:lpstr>#3 추가 이벤트 연출</vt:lpstr>
      <vt:lpstr>#4 엔딩</vt:lpstr>
      <vt:lpstr>필요 모델</vt:lpstr>
      <vt:lpstr>제작할 모델</vt:lpstr>
      <vt:lpstr>사용할 모델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승우 홍</dc:creator>
  <cp:lastModifiedBy>승우 홍</cp:lastModifiedBy>
  <cp:revision>5</cp:revision>
  <dcterms:created xsi:type="dcterms:W3CDTF">2026-10-27T17:47:55Z</dcterms:created>
  <dcterms:modified xsi:type="dcterms:W3CDTF">2026-10-28T00:58:35Z</dcterms:modified>
</cp:coreProperties>
</file>